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50309" y="1400048"/>
            <a:ext cx="9787381" cy="5158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590540" cy="10287000"/>
          </a:xfrm>
          <a:custGeom>
            <a:avLst/>
            <a:gdLst/>
            <a:ahLst/>
            <a:cxnLst/>
            <a:rect l="l" t="t" r="r" b="b"/>
            <a:pathLst>
              <a:path w="5590540" h="10287000">
                <a:moveTo>
                  <a:pt x="5590032" y="0"/>
                </a:moveTo>
                <a:lnTo>
                  <a:pt x="0" y="0"/>
                </a:lnTo>
                <a:lnTo>
                  <a:pt x="0" y="10287000"/>
                </a:lnTo>
                <a:lnTo>
                  <a:pt x="5590032" y="10287000"/>
                </a:lnTo>
                <a:lnTo>
                  <a:pt x="559003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38466" y="1042631"/>
            <a:ext cx="777875" cy="766445"/>
          </a:xfrm>
          <a:custGeom>
            <a:avLst/>
            <a:gdLst/>
            <a:ahLst/>
            <a:cxnLst/>
            <a:rect l="l" t="t" r="r" b="b"/>
            <a:pathLst>
              <a:path w="777875" h="766444">
                <a:moveTo>
                  <a:pt x="596633" y="565645"/>
                </a:moveTo>
                <a:lnTo>
                  <a:pt x="305130" y="450570"/>
                </a:lnTo>
                <a:lnTo>
                  <a:pt x="261696" y="443128"/>
                </a:lnTo>
                <a:lnTo>
                  <a:pt x="239750" y="444995"/>
                </a:lnTo>
                <a:lnTo>
                  <a:pt x="50228" y="509778"/>
                </a:lnTo>
                <a:lnTo>
                  <a:pt x="13677" y="537413"/>
                </a:lnTo>
                <a:lnTo>
                  <a:pt x="0" y="581291"/>
                </a:lnTo>
                <a:lnTo>
                  <a:pt x="0" y="714565"/>
                </a:lnTo>
                <a:lnTo>
                  <a:pt x="4064" y="734568"/>
                </a:lnTo>
                <a:lnTo>
                  <a:pt x="15062" y="750874"/>
                </a:lnTo>
                <a:lnTo>
                  <a:pt x="31343" y="761847"/>
                </a:lnTo>
                <a:lnTo>
                  <a:pt x="51244" y="765848"/>
                </a:lnTo>
                <a:lnTo>
                  <a:pt x="62636" y="764857"/>
                </a:lnTo>
                <a:lnTo>
                  <a:pt x="586346" y="580097"/>
                </a:lnTo>
                <a:lnTo>
                  <a:pt x="591718" y="576681"/>
                </a:lnTo>
                <a:lnTo>
                  <a:pt x="595249" y="571652"/>
                </a:lnTo>
                <a:lnTo>
                  <a:pt x="596633" y="565645"/>
                </a:lnTo>
                <a:close/>
              </a:path>
              <a:path w="777875" h="766444">
                <a:moveTo>
                  <a:pt x="777392" y="339674"/>
                </a:moveTo>
                <a:lnTo>
                  <a:pt x="755040" y="269138"/>
                </a:lnTo>
                <a:lnTo>
                  <a:pt x="696214" y="224574"/>
                </a:lnTo>
                <a:lnTo>
                  <a:pt x="68021" y="2794"/>
                </a:lnTo>
                <a:lnTo>
                  <a:pt x="47917" y="0"/>
                </a:lnTo>
                <a:lnTo>
                  <a:pt x="28956" y="4991"/>
                </a:lnTo>
                <a:lnTo>
                  <a:pt x="13246" y="16776"/>
                </a:lnTo>
                <a:lnTo>
                  <a:pt x="2870" y="34315"/>
                </a:lnTo>
                <a:lnTo>
                  <a:pt x="0" y="45542"/>
                </a:lnTo>
                <a:lnTo>
                  <a:pt x="0" y="184607"/>
                </a:lnTo>
                <a:lnTo>
                  <a:pt x="13741" y="228523"/>
                </a:lnTo>
                <a:lnTo>
                  <a:pt x="50380" y="256133"/>
                </a:lnTo>
                <a:lnTo>
                  <a:pt x="709371" y="488137"/>
                </a:lnTo>
                <a:lnTo>
                  <a:pt x="729488" y="490931"/>
                </a:lnTo>
                <a:lnTo>
                  <a:pt x="748449" y="485940"/>
                </a:lnTo>
                <a:lnTo>
                  <a:pt x="764159" y="474154"/>
                </a:lnTo>
                <a:lnTo>
                  <a:pt x="774522" y="456615"/>
                </a:lnTo>
                <a:lnTo>
                  <a:pt x="777328" y="445782"/>
                </a:lnTo>
                <a:lnTo>
                  <a:pt x="777392" y="339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902452"/>
            <a:ext cx="18288000" cy="4384675"/>
          </a:xfrm>
          <a:custGeom>
            <a:avLst/>
            <a:gdLst/>
            <a:ahLst/>
            <a:cxnLst/>
            <a:rect l="l" t="t" r="r" b="b"/>
            <a:pathLst>
              <a:path w="18288000" h="4384675">
                <a:moveTo>
                  <a:pt x="0" y="4384547"/>
                </a:moveTo>
                <a:lnTo>
                  <a:pt x="18288000" y="4384547"/>
                </a:lnTo>
                <a:lnTo>
                  <a:pt x="18288000" y="0"/>
                </a:lnTo>
                <a:lnTo>
                  <a:pt x="0" y="0"/>
                </a:lnTo>
                <a:lnTo>
                  <a:pt x="0" y="4384547"/>
                </a:lnTo>
                <a:close/>
              </a:path>
            </a:pathLst>
          </a:custGeom>
          <a:solidFill>
            <a:srgbClr val="EDEBE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3598545"/>
          </a:xfrm>
          <a:custGeom>
            <a:avLst/>
            <a:gdLst/>
            <a:ahLst/>
            <a:cxnLst/>
            <a:rect l="l" t="t" r="r" b="b"/>
            <a:pathLst>
              <a:path w="18288000" h="3598545">
                <a:moveTo>
                  <a:pt x="0" y="3598164"/>
                </a:moveTo>
                <a:lnTo>
                  <a:pt x="18288000" y="3598164"/>
                </a:lnTo>
                <a:lnTo>
                  <a:pt x="18288000" y="0"/>
                </a:lnTo>
                <a:lnTo>
                  <a:pt x="0" y="0"/>
                </a:lnTo>
                <a:lnTo>
                  <a:pt x="0" y="3598164"/>
                </a:lnTo>
                <a:close/>
              </a:path>
            </a:pathLst>
          </a:custGeom>
          <a:solidFill>
            <a:srgbClr val="EDEBE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598164"/>
            <a:ext cx="18288000" cy="2304415"/>
          </a:xfrm>
          <a:custGeom>
            <a:avLst/>
            <a:gdLst/>
            <a:ahLst/>
            <a:cxnLst/>
            <a:rect l="l" t="t" r="r" b="b"/>
            <a:pathLst>
              <a:path w="18288000" h="2304415">
                <a:moveTo>
                  <a:pt x="18288000" y="0"/>
                </a:moveTo>
                <a:lnTo>
                  <a:pt x="0" y="0"/>
                </a:lnTo>
                <a:lnTo>
                  <a:pt x="0" y="2304288"/>
                </a:lnTo>
                <a:lnTo>
                  <a:pt x="18288000" y="2304288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714500"/>
            <a:ext cx="18288000" cy="8572500"/>
          </a:xfrm>
          <a:custGeom>
            <a:avLst/>
            <a:gdLst/>
            <a:ahLst/>
            <a:cxnLst/>
            <a:rect l="l" t="t" r="r" b="b"/>
            <a:pathLst>
              <a:path w="18288000" h="8572500">
                <a:moveTo>
                  <a:pt x="0" y="8572499"/>
                </a:moveTo>
                <a:lnTo>
                  <a:pt x="18288000" y="8572499"/>
                </a:lnTo>
                <a:lnTo>
                  <a:pt x="18288000" y="0"/>
                </a:lnTo>
                <a:lnTo>
                  <a:pt x="0" y="0"/>
                </a:lnTo>
                <a:lnTo>
                  <a:pt x="0" y="8572499"/>
                </a:lnTo>
                <a:close/>
              </a:path>
            </a:pathLst>
          </a:custGeom>
          <a:solidFill>
            <a:srgbClr val="EDEBE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1714500"/>
          </a:xfrm>
          <a:custGeom>
            <a:avLst/>
            <a:gdLst/>
            <a:ahLst/>
            <a:cxnLst/>
            <a:rect l="l" t="t" r="r" b="b"/>
            <a:pathLst>
              <a:path w="18288000" h="1714500">
                <a:moveTo>
                  <a:pt x="0" y="1714500"/>
                </a:moveTo>
                <a:lnTo>
                  <a:pt x="18288000" y="1714500"/>
                </a:lnTo>
                <a:lnTo>
                  <a:pt x="18288000" y="0"/>
                </a:lnTo>
                <a:lnTo>
                  <a:pt x="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2154" y="188721"/>
            <a:ext cx="8161020" cy="1139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84729" y="3516629"/>
            <a:ext cx="13101319" cy="3439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jp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30551" y="1123188"/>
              <a:ext cx="14027150" cy="5709285"/>
            </a:xfrm>
            <a:custGeom>
              <a:avLst/>
              <a:gdLst/>
              <a:ahLst/>
              <a:cxnLst/>
              <a:rect l="l" t="t" r="r" b="b"/>
              <a:pathLst>
                <a:path w="14027150" h="5709284">
                  <a:moveTo>
                    <a:pt x="0" y="5708904"/>
                  </a:moveTo>
                  <a:lnTo>
                    <a:pt x="14026896" y="5708904"/>
                  </a:lnTo>
                  <a:lnTo>
                    <a:pt x="14026896" y="0"/>
                  </a:lnTo>
                  <a:lnTo>
                    <a:pt x="0" y="0"/>
                  </a:lnTo>
                  <a:lnTo>
                    <a:pt x="0" y="57089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30551" y="6832092"/>
              <a:ext cx="14027150" cy="2148840"/>
            </a:xfrm>
            <a:custGeom>
              <a:avLst/>
              <a:gdLst/>
              <a:ahLst/>
              <a:cxnLst/>
              <a:rect l="l" t="t" r="r" b="b"/>
              <a:pathLst>
                <a:path w="14027150" h="2148840">
                  <a:moveTo>
                    <a:pt x="14026896" y="0"/>
                  </a:moveTo>
                  <a:lnTo>
                    <a:pt x="0" y="0"/>
                  </a:lnTo>
                  <a:lnTo>
                    <a:pt x="0" y="2148839"/>
                  </a:lnTo>
                  <a:lnTo>
                    <a:pt x="14026896" y="2148839"/>
                  </a:lnTo>
                  <a:lnTo>
                    <a:pt x="14026896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9845" marR="5080" algn="ctr">
              <a:lnSpc>
                <a:spcPct val="90300"/>
              </a:lnSpc>
              <a:spcBef>
                <a:spcPts val="1495"/>
              </a:spcBef>
            </a:pPr>
            <a:r>
              <a:rPr sz="12000" spc="600" dirty="0">
                <a:solidFill>
                  <a:srgbClr val="000000"/>
                </a:solidFill>
              </a:rPr>
              <a:t>Amazon</a:t>
            </a:r>
            <a:r>
              <a:rPr sz="12000" spc="1025" dirty="0">
                <a:solidFill>
                  <a:srgbClr val="000000"/>
                </a:solidFill>
              </a:rPr>
              <a:t> </a:t>
            </a:r>
            <a:r>
              <a:rPr sz="12000" spc="935" dirty="0">
                <a:solidFill>
                  <a:srgbClr val="000000"/>
                </a:solidFill>
              </a:rPr>
              <a:t>Sales </a:t>
            </a:r>
            <a:r>
              <a:rPr sz="12000" spc="900" dirty="0">
                <a:solidFill>
                  <a:srgbClr val="000000"/>
                </a:solidFill>
              </a:rPr>
              <a:t>Data</a:t>
            </a:r>
            <a:r>
              <a:rPr sz="12000" spc="1010" dirty="0">
                <a:solidFill>
                  <a:srgbClr val="000000"/>
                </a:solidFill>
              </a:rPr>
              <a:t> </a:t>
            </a:r>
            <a:r>
              <a:rPr sz="12000" spc="580" dirty="0">
                <a:solidFill>
                  <a:srgbClr val="000000"/>
                </a:solidFill>
              </a:rPr>
              <a:t>Analysis </a:t>
            </a:r>
            <a:r>
              <a:rPr sz="12000" spc="305" dirty="0">
                <a:solidFill>
                  <a:srgbClr val="000000"/>
                </a:solidFill>
              </a:rPr>
              <a:t>Project</a:t>
            </a:r>
            <a:endParaRPr sz="12000" dirty="0"/>
          </a:p>
        </p:txBody>
      </p:sp>
      <p:sp>
        <p:nvSpPr>
          <p:cNvPr id="7" name="object 7"/>
          <p:cNvSpPr txBox="1"/>
          <p:nvPr/>
        </p:nvSpPr>
        <p:spPr>
          <a:xfrm>
            <a:off x="5976365" y="7673720"/>
            <a:ext cx="6337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ahoma"/>
                <a:cs typeface="Tahoma"/>
              </a:rPr>
              <a:t>Presented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40" dirty="0">
                <a:latin typeface="Tahoma"/>
                <a:cs typeface="Tahoma"/>
              </a:rPr>
              <a:t>by: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lang="en-US" sz="2800" spc="-95" dirty="0">
                <a:latin typeface="Tahoma"/>
                <a:cs typeface="Tahoma"/>
              </a:rPr>
              <a:t>Vaibhav Sai</a:t>
            </a:r>
            <a:endParaRPr sz="2800" dirty="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73200" y="990600"/>
            <a:ext cx="2077211" cy="917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810" y="2188844"/>
            <a:ext cx="304800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0" spc="345" dirty="0">
                <a:solidFill>
                  <a:srgbClr val="FFFFFF"/>
                </a:solidFill>
                <a:latin typeface="Calibri"/>
                <a:cs typeface="Calibri"/>
              </a:rPr>
              <a:t>Agenda</a:t>
            </a:r>
            <a:endParaRPr sz="7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3588" y="2072639"/>
            <a:ext cx="362711" cy="3610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8159" y="3208020"/>
            <a:ext cx="362711" cy="3610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2919" y="4341876"/>
            <a:ext cx="362711" cy="3625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8535" y="5477255"/>
            <a:ext cx="362711" cy="3625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7868" y="6612635"/>
            <a:ext cx="362711" cy="361061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994775" y="2004821"/>
            <a:ext cx="3555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75" dirty="0">
                <a:solidFill>
                  <a:srgbClr val="000000"/>
                </a:solidFill>
                <a:latin typeface="Tahoma"/>
                <a:cs typeface="Tahoma"/>
              </a:rPr>
              <a:t>About</a:t>
            </a:r>
            <a:r>
              <a:rPr sz="3000" spc="-1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3000" spc="-114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spc="55" dirty="0">
                <a:solidFill>
                  <a:srgbClr val="000000"/>
                </a:solidFill>
                <a:latin typeface="Tahoma"/>
                <a:cs typeface="Tahoma"/>
              </a:rPr>
              <a:t>Company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4775" y="3071876"/>
            <a:ext cx="29362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60" dirty="0">
                <a:latin typeface="Tahoma"/>
                <a:cs typeface="Tahoma"/>
              </a:rPr>
              <a:t>Project</a:t>
            </a:r>
            <a:r>
              <a:rPr sz="3000" spc="-155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Overview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94775" y="4252086"/>
            <a:ext cx="3404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90" dirty="0">
                <a:latin typeface="Tahoma"/>
                <a:cs typeface="Tahoma"/>
              </a:rPr>
              <a:t>Business</a:t>
            </a:r>
            <a:r>
              <a:rPr sz="3000" spc="-200" dirty="0">
                <a:latin typeface="Tahoma"/>
                <a:cs typeface="Tahoma"/>
              </a:rPr>
              <a:t> </a:t>
            </a:r>
            <a:r>
              <a:rPr sz="3000" spc="65" dirty="0">
                <a:latin typeface="Tahoma"/>
                <a:cs typeface="Tahoma"/>
              </a:rPr>
              <a:t>Challenge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4775" y="5318886"/>
            <a:ext cx="31197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ahoma"/>
                <a:cs typeface="Tahoma"/>
              </a:rPr>
              <a:t>AD-HOC</a:t>
            </a:r>
            <a:r>
              <a:rPr sz="3000" spc="-135" dirty="0">
                <a:latin typeface="Tahoma"/>
                <a:cs typeface="Tahoma"/>
              </a:rPr>
              <a:t> </a:t>
            </a:r>
            <a:r>
              <a:rPr sz="3000" spc="55" dirty="0">
                <a:latin typeface="Tahoma"/>
                <a:cs typeface="Tahoma"/>
              </a:rPr>
              <a:t>Requests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4775" y="6499097"/>
            <a:ext cx="1953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80" dirty="0">
                <a:latin typeface="Tahoma"/>
                <a:cs typeface="Tahoma"/>
              </a:rPr>
              <a:t>Conclusion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"/>
            <a:ext cx="18288000" cy="10287000"/>
            <a:chOff x="0" y="-2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1714499"/>
              <a:ext cx="18288000" cy="8572500"/>
            </a:xfrm>
            <a:custGeom>
              <a:avLst/>
              <a:gdLst/>
              <a:ahLst/>
              <a:cxnLst/>
              <a:rect l="l" t="t" r="r" b="b"/>
              <a:pathLst>
                <a:path w="18288000" h="8572500">
                  <a:moveTo>
                    <a:pt x="0" y="8572499"/>
                  </a:moveTo>
                  <a:lnTo>
                    <a:pt x="18288000" y="8572499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8572499"/>
                  </a:lnTo>
                  <a:close/>
                </a:path>
              </a:pathLst>
            </a:custGeom>
            <a:solidFill>
              <a:srgbClr val="EDEBE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58143" y="-2"/>
              <a:ext cx="7229856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00" cy="1714500"/>
            </a:xfrm>
            <a:custGeom>
              <a:avLst/>
              <a:gdLst/>
              <a:ahLst/>
              <a:cxnLst/>
              <a:rect l="l" t="t" r="r" b="b"/>
              <a:pathLst>
                <a:path w="18288000" h="1714500">
                  <a:moveTo>
                    <a:pt x="0" y="1714500"/>
                  </a:moveTo>
                  <a:lnTo>
                    <a:pt x="18288000" y="1714500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15" dirty="0"/>
              <a:t>About</a:t>
            </a:r>
            <a:r>
              <a:rPr spc="490" dirty="0"/>
              <a:t> </a:t>
            </a:r>
            <a:r>
              <a:rPr spc="405" dirty="0"/>
              <a:t>the</a:t>
            </a:r>
            <a:r>
              <a:rPr spc="500" dirty="0"/>
              <a:t> </a:t>
            </a:r>
            <a:r>
              <a:rPr spc="250" dirty="0"/>
              <a:t>Company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55485" y="478717"/>
            <a:ext cx="9929495" cy="9167495"/>
            <a:chOff x="455485" y="478717"/>
            <a:chExt cx="9929495" cy="9167495"/>
          </a:xfrm>
        </p:grpSpPr>
        <p:sp>
          <p:nvSpPr>
            <p:cNvPr id="8" name="object 8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5340" y="2638044"/>
              <a:ext cx="9565005" cy="7002780"/>
            </a:xfrm>
            <a:custGeom>
              <a:avLst/>
              <a:gdLst/>
              <a:ahLst/>
              <a:cxnLst/>
              <a:rect l="l" t="t" r="r" b="b"/>
              <a:pathLst>
                <a:path w="9565005" h="7002780">
                  <a:moveTo>
                    <a:pt x="9564624" y="0"/>
                  </a:moveTo>
                  <a:lnTo>
                    <a:pt x="0" y="0"/>
                  </a:lnTo>
                  <a:lnTo>
                    <a:pt x="0" y="7002780"/>
                  </a:lnTo>
                  <a:lnTo>
                    <a:pt x="9564624" y="7002780"/>
                  </a:lnTo>
                  <a:lnTo>
                    <a:pt x="9564624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5340" y="2638044"/>
              <a:ext cx="9565005" cy="7002780"/>
            </a:xfrm>
            <a:custGeom>
              <a:avLst/>
              <a:gdLst/>
              <a:ahLst/>
              <a:cxnLst/>
              <a:rect l="l" t="t" r="r" b="b"/>
              <a:pathLst>
                <a:path w="9565005" h="7002780">
                  <a:moveTo>
                    <a:pt x="0" y="7002780"/>
                  </a:moveTo>
                  <a:lnTo>
                    <a:pt x="9564624" y="7002780"/>
                  </a:lnTo>
                  <a:lnTo>
                    <a:pt x="9564624" y="0"/>
                  </a:lnTo>
                  <a:lnTo>
                    <a:pt x="0" y="0"/>
                  </a:lnTo>
                  <a:lnTo>
                    <a:pt x="0" y="700278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0248" y="2173223"/>
              <a:ext cx="9565005" cy="7009130"/>
            </a:xfrm>
            <a:custGeom>
              <a:avLst/>
              <a:gdLst/>
              <a:ahLst/>
              <a:cxnLst/>
              <a:rect l="l" t="t" r="r" b="b"/>
              <a:pathLst>
                <a:path w="9565005" h="7009130">
                  <a:moveTo>
                    <a:pt x="9564624" y="0"/>
                  </a:moveTo>
                  <a:lnTo>
                    <a:pt x="0" y="0"/>
                  </a:lnTo>
                  <a:lnTo>
                    <a:pt x="0" y="7008876"/>
                  </a:lnTo>
                  <a:lnTo>
                    <a:pt x="9564624" y="7008876"/>
                  </a:lnTo>
                  <a:lnTo>
                    <a:pt x="9564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248" y="2173223"/>
              <a:ext cx="9565005" cy="7009130"/>
            </a:xfrm>
            <a:custGeom>
              <a:avLst/>
              <a:gdLst/>
              <a:ahLst/>
              <a:cxnLst/>
              <a:rect l="l" t="t" r="r" b="b"/>
              <a:pathLst>
                <a:path w="9565005" h="7009130">
                  <a:moveTo>
                    <a:pt x="0" y="7008876"/>
                  </a:moveTo>
                  <a:lnTo>
                    <a:pt x="9564624" y="7008876"/>
                  </a:lnTo>
                  <a:lnTo>
                    <a:pt x="9564624" y="0"/>
                  </a:lnTo>
                  <a:lnTo>
                    <a:pt x="0" y="0"/>
                  </a:lnTo>
                  <a:lnTo>
                    <a:pt x="0" y="70088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255" y="3557727"/>
            <a:ext cx="8637905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Amazon</a:t>
            </a:r>
            <a:r>
              <a:rPr sz="2800" b="1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global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e-</a:t>
            </a:r>
            <a:r>
              <a:rPr sz="2800" dirty="0">
                <a:latin typeface="Calibri"/>
                <a:cs typeface="Calibri"/>
              </a:rPr>
              <a:t>commerce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giant,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primarily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vast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marketplace.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terms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sales,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Amazon consistently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ranks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world's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largest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retailers.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336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company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generates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significant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revenue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its </a:t>
            </a:r>
            <a:r>
              <a:rPr sz="2800" dirty="0">
                <a:latin typeface="Calibri"/>
                <a:cs typeface="Calibri"/>
              </a:rPr>
              <a:t>diverse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product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offerings,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including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electronics,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apparel,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cloud</a:t>
            </a:r>
            <a:r>
              <a:rPr sz="2800" spc="2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services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(AWS).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Amazon's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sales</a:t>
            </a:r>
            <a:r>
              <a:rPr sz="2800" spc="2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strategy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4255" y="6545706"/>
            <a:ext cx="13093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Calibri"/>
                <a:cs typeface="Calibri"/>
              </a:rPr>
              <a:t>powered </a:t>
            </a:r>
            <a:r>
              <a:rPr sz="2800" spc="-10" dirty="0">
                <a:latin typeface="Calibri"/>
                <a:cs typeface="Calibri"/>
              </a:rPr>
              <a:t>pricing,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32151" y="6545706"/>
            <a:ext cx="73279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4629">
              <a:lnSpc>
                <a:spcPct val="100000"/>
              </a:lnSpc>
              <a:spcBef>
                <a:spcPts val="95"/>
              </a:spcBef>
              <a:tabLst>
                <a:tab pos="796925" algn="l"/>
                <a:tab pos="1221105" algn="l"/>
                <a:tab pos="1562100" algn="l"/>
                <a:tab pos="3915410" algn="l"/>
                <a:tab pos="5601335" algn="l"/>
              </a:tabLst>
            </a:pPr>
            <a:r>
              <a:rPr sz="2800" spc="-2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	</a:t>
            </a:r>
            <a:r>
              <a:rPr sz="2800" spc="-25" dirty="0">
                <a:latin typeface="Calibri"/>
                <a:cs typeface="Calibri"/>
              </a:rPr>
              <a:t>customer-</a:t>
            </a:r>
            <a:r>
              <a:rPr sz="2800" spc="-10" dirty="0">
                <a:latin typeface="Calibri"/>
                <a:cs typeface="Calibri"/>
              </a:rPr>
              <a:t>centric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approach,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competitive 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fast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delivery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64582" y="6972427"/>
            <a:ext cx="4396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90345" algn="l"/>
                <a:tab pos="3502660" algn="l"/>
                <a:tab pos="4043679" algn="l"/>
              </a:tabLst>
            </a:pPr>
            <a:r>
              <a:rPr sz="2800" spc="-10" dirty="0">
                <a:latin typeface="Calibri"/>
                <a:cs typeface="Calibri"/>
              </a:rPr>
              <a:t>services,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contributing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4255" y="7399146"/>
            <a:ext cx="3864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dominant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market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45" dirty="0"/>
              <a:t>Project</a:t>
            </a:r>
            <a:r>
              <a:rPr spc="500" dirty="0"/>
              <a:t> </a:t>
            </a:r>
            <a:r>
              <a:rPr spc="195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1046086" y="478726"/>
            <a:ext cx="777875" cy="764540"/>
          </a:xfrm>
          <a:custGeom>
            <a:avLst/>
            <a:gdLst/>
            <a:ahLst/>
            <a:cxnLst/>
            <a:rect l="l" t="t" r="r" b="b"/>
            <a:pathLst>
              <a:path w="777875" h="764540">
                <a:moveTo>
                  <a:pt x="596633" y="564540"/>
                </a:moveTo>
                <a:lnTo>
                  <a:pt x="305130" y="449694"/>
                </a:lnTo>
                <a:lnTo>
                  <a:pt x="261696" y="442264"/>
                </a:lnTo>
                <a:lnTo>
                  <a:pt x="239750" y="444131"/>
                </a:lnTo>
                <a:lnTo>
                  <a:pt x="50228" y="508774"/>
                </a:lnTo>
                <a:lnTo>
                  <a:pt x="13677" y="536371"/>
                </a:lnTo>
                <a:lnTo>
                  <a:pt x="0" y="580161"/>
                </a:lnTo>
                <a:lnTo>
                  <a:pt x="0" y="713181"/>
                </a:lnTo>
                <a:lnTo>
                  <a:pt x="4064" y="733145"/>
                </a:lnTo>
                <a:lnTo>
                  <a:pt x="15062" y="749414"/>
                </a:lnTo>
                <a:lnTo>
                  <a:pt x="31343" y="760374"/>
                </a:lnTo>
                <a:lnTo>
                  <a:pt x="51244" y="764362"/>
                </a:lnTo>
                <a:lnTo>
                  <a:pt x="62636" y="763358"/>
                </a:lnTo>
                <a:lnTo>
                  <a:pt x="586346" y="578967"/>
                </a:lnTo>
                <a:lnTo>
                  <a:pt x="591718" y="575564"/>
                </a:lnTo>
                <a:lnTo>
                  <a:pt x="595249" y="570534"/>
                </a:lnTo>
                <a:lnTo>
                  <a:pt x="596633" y="564540"/>
                </a:lnTo>
                <a:close/>
              </a:path>
              <a:path w="777875" h="764540">
                <a:moveTo>
                  <a:pt x="777392" y="339013"/>
                </a:moveTo>
                <a:lnTo>
                  <a:pt x="755040" y="268617"/>
                </a:lnTo>
                <a:lnTo>
                  <a:pt x="696214" y="224142"/>
                </a:lnTo>
                <a:lnTo>
                  <a:pt x="68021" y="2794"/>
                </a:lnTo>
                <a:lnTo>
                  <a:pt x="47917" y="0"/>
                </a:lnTo>
                <a:lnTo>
                  <a:pt x="28956" y="4991"/>
                </a:lnTo>
                <a:lnTo>
                  <a:pt x="13246" y="16738"/>
                </a:lnTo>
                <a:lnTo>
                  <a:pt x="2870" y="34251"/>
                </a:lnTo>
                <a:lnTo>
                  <a:pt x="0" y="45453"/>
                </a:lnTo>
                <a:lnTo>
                  <a:pt x="0" y="184251"/>
                </a:lnTo>
                <a:lnTo>
                  <a:pt x="13741" y="228079"/>
                </a:lnTo>
                <a:lnTo>
                  <a:pt x="50380" y="255625"/>
                </a:lnTo>
                <a:lnTo>
                  <a:pt x="709371" y="487184"/>
                </a:lnTo>
                <a:lnTo>
                  <a:pt x="729488" y="489978"/>
                </a:lnTo>
                <a:lnTo>
                  <a:pt x="748449" y="484987"/>
                </a:lnTo>
                <a:lnTo>
                  <a:pt x="764159" y="473240"/>
                </a:lnTo>
                <a:lnTo>
                  <a:pt x="774522" y="455726"/>
                </a:lnTo>
                <a:lnTo>
                  <a:pt x="777328" y="444919"/>
                </a:lnTo>
                <a:lnTo>
                  <a:pt x="777392" y="3390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38120" y="4308475"/>
            <a:ext cx="1319593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dedicated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comprehensive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analysis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Amazon's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branches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Mandalay,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Yangon,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Naypyitaw.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scrutinizing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1,000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transactions,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will </a:t>
            </a:r>
            <a:r>
              <a:rPr sz="2800" dirty="0">
                <a:latin typeface="Calibri"/>
                <a:cs typeface="Calibri"/>
              </a:rPr>
              <a:t>explore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various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lines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customer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demographics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identify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trends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factors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influence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performance.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goal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uncover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actionable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insights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help </a:t>
            </a:r>
            <a:r>
              <a:rPr sz="2800" dirty="0">
                <a:latin typeface="Calibri"/>
                <a:cs typeface="Calibri"/>
              </a:rPr>
              <a:t>optimize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strategies,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customer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targeting,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enhance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overall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 </a:t>
            </a:r>
            <a:r>
              <a:rPr sz="2800" dirty="0">
                <a:latin typeface="Calibri"/>
                <a:cs typeface="Calibri"/>
              </a:rPr>
              <a:t>across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80" dirty="0"/>
              <a:t>Business</a:t>
            </a:r>
            <a:r>
              <a:rPr spc="490" dirty="0"/>
              <a:t> </a:t>
            </a:r>
            <a:r>
              <a:rPr spc="300" dirty="0"/>
              <a:t>Challenge</a:t>
            </a:r>
          </a:p>
        </p:txBody>
      </p:sp>
      <p:sp>
        <p:nvSpPr>
          <p:cNvPr id="3" name="object 3"/>
          <p:cNvSpPr/>
          <p:nvPr/>
        </p:nvSpPr>
        <p:spPr>
          <a:xfrm>
            <a:off x="1046086" y="478726"/>
            <a:ext cx="777875" cy="764540"/>
          </a:xfrm>
          <a:custGeom>
            <a:avLst/>
            <a:gdLst/>
            <a:ahLst/>
            <a:cxnLst/>
            <a:rect l="l" t="t" r="r" b="b"/>
            <a:pathLst>
              <a:path w="777875" h="764540">
                <a:moveTo>
                  <a:pt x="596633" y="564540"/>
                </a:moveTo>
                <a:lnTo>
                  <a:pt x="305130" y="449694"/>
                </a:lnTo>
                <a:lnTo>
                  <a:pt x="261696" y="442264"/>
                </a:lnTo>
                <a:lnTo>
                  <a:pt x="239750" y="444131"/>
                </a:lnTo>
                <a:lnTo>
                  <a:pt x="50228" y="508774"/>
                </a:lnTo>
                <a:lnTo>
                  <a:pt x="13677" y="536371"/>
                </a:lnTo>
                <a:lnTo>
                  <a:pt x="0" y="580161"/>
                </a:lnTo>
                <a:lnTo>
                  <a:pt x="0" y="713181"/>
                </a:lnTo>
                <a:lnTo>
                  <a:pt x="4064" y="733145"/>
                </a:lnTo>
                <a:lnTo>
                  <a:pt x="15062" y="749414"/>
                </a:lnTo>
                <a:lnTo>
                  <a:pt x="31343" y="760374"/>
                </a:lnTo>
                <a:lnTo>
                  <a:pt x="51244" y="764362"/>
                </a:lnTo>
                <a:lnTo>
                  <a:pt x="62636" y="763358"/>
                </a:lnTo>
                <a:lnTo>
                  <a:pt x="586346" y="578967"/>
                </a:lnTo>
                <a:lnTo>
                  <a:pt x="591718" y="575564"/>
                </a:lnTo>
                <a:lnTo>
                  <a:pt x="595249" y="570534"/>
                </a:lnTo>
                <a:lnTo>
                  <a:pt x="596633" y="564540"/>
                </a:lnTo>
                <a:close/>
              </a:path>
              <a:path w="777875" h="764540">
                <a:moveTo>
                  <a:pt x="777392" y="339013"/>
                </a:moveTo>
                <a:lnTo>
                  <a:pt x="755040" y="268617"/>
                </a:lnTo>
                <a:lnTo>
                  <a:pt x="696214" y="224142"/>
                </a:lnTo>
                <a:lnTo>
                  <a:pt x="68021" y="2794"/>
                </a:lnTo>
                <a:lnTo>
                  <a:pt x="47917" y="0"/>
                </a:lnTo>
                <a:lnTo>
                  <a:pt x="28956" y="4991"/>
                </a:lnTo>
                <a:lnTo>
                  <a:pt x="13246" y="16738"/>
                </a:lnTo>
                <a:lnTo>
                  <a:pt x="2870" y="34251"/>
                </a:lnTo>
                <a:lnTo>
                  <a:pt x="0" y="45453"/>
                </a:lnTo>
                <a:lnTo>
                  <a:pt x="0" y="184251"/>
                </a:lnTo>
                <a:lnTo>
                  <a:pt x="13741" y="228079"/>
                </a:lnTo>
                <a:lnTo>
                  <a:pt x="50380" y="255625"/>
                </a:lnTo>
                <a:lnTo>
                  <a:pt x="709371" y="487184"/>
                </a:lnTo>
                <a:lnTo>
                  <a:pt x="729488" y="489978"/>
                </a:lnTo>
                <a:lnTo>
                  <a:pt x="748449" y="484987"/>
                </a:lnTo>
                <a:lnTo>
                  <a:pt x="764159" y="473240"/>
                </a:lnTo>
                <a:lnTo>
                  <a:pt x="774522" y="455726"/>
                </a:lnTo>
                <a:lnTo>
                  <a:pt x="777328" y="444919"/>
                </a:lnTo>
                <a:lnTo>
                  <a:pt x="777392" y="3390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4729" y="4354524"/>
            <a:ext cx="13101955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Amazon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revolutionize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strategies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customer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targeting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across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 </a:t>
            </a:r>
            <a:r>
              <a:rPr sz="2800" dirty="0">
                <a:latin typeface="Calibri"/>
                <a:cs typeface="Calibri"/>
              </a:rPr>
              <a:t>branches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Mandalay,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Yangon,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Naypyitaw.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objective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delve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deep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sales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identify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lines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customer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segments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yielding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highest </a:t>
            </a:r>
            <a:r>
              <a:rPr sz="2800" dirty="0">
                <a:latin typeface="Calibri"/>
                <a:cs typeface="Calibri"/>
              </a:rPr>
              <a:t>profitability.</a:t>
            </a:r>
            <a:r>
              <a:rPr sz="2800" spc="6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6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thoroughly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analyzing</a:t>
            </a:r>
            <a:r>
              <a:rPr sz="2800" spc="6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</a:t>
            </a:r>
            <a:r>
              <a:rPr sz="2800" spc="6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trends</a:t>
            </a:r>
            <a:r>
              <a:rPr sz="2800" spc="6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6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uncovering</a:t>
            </a:r>
            <a:r>
              <a:rPr sz="2800" spc="6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insightful</a:t>
            </a:r>
            <a:r>
              <a:rPr sz="2800" spc="6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patterns, </a:t>
            </a:r>
            <a:r>
              <a:rPr sz="2800" dirty="0">
                <a:latin typeface="Calibri"/>
                <a:cs typeface="Calibri"/>
              </a:rPr>
              <a:t>Amazon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aims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refined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effective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business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strategies.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effort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will </a:t>
            </a:r>
            <a:r>
              <a:rPr sz="2800" dirty="0">
                <a:latin typeface="Calibri"/>
                <a:cs typeface="Calibri"/>
              </a:rPr>
              <a:t>help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tailor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marketing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approaches,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optimize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inventory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management,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enhance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overall </a:t>
            </a:r>
            <a:r>
              <a:rPr sz="2800" spc="-20" dirty="0">
                <a:latin typeface="Calibri"/>
                <a:cs typeface="Calibri"/>
              </a:rPr>
              <a:t>decision-</a:t>
            </a:r>
            <a:r>
              <a:rPr sz="2800" dirty="0">
                <a:latin typeface="Calibri"/>
                <a:cs typeface="Calibri"/>
              </a:rPr>
              <a:t>making,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driving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significant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growth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improved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customer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satisfaction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these markets.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12689" y="4110049"/>
            <a:ext cx="725043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0" dirty="0"/>
              <a:t> </a:t>
            </a:r>
            <a:r>
              <a:rPr spc="395" dirty="0"/>
              <a:t>Requests</a:t>
            </a:r>
          </a:p>
        </p:txBody>
      </p:sp>
      <p:sp>
        <p:nvSpPr>
          <p:cNvPr id="3" name="object 3"/>
          <p:cNvSpPr/>
          <p:nvPr/>
        </p:nvSpPr>
        <p:spPr>
          <a:xfrm>
            <a:off x="4276966" y="4357331"/>
            <a:ext cx="777875" cy="766445"/>
          </a:xfrm>
          <a:custGeom>
            <a:avLst/>
            <a:gdLst/>
            <a:ahLst/>
            <a:cxnLst/>
            <a:rect l="l" t="t" r="r" b="b"/>
            <a:pathLst>
              <a:path w="777875" h="766445">
                <a:moveTo>
                  <a:pt x="596633" y="565645"/>
                </a:moveTo>
                <a:lnTo>
                  <a:pt x="305130" y="450570"/>
                </a:lnTo>
                <a:lnTo>
                  <a:pt x="261696" y="443128"/>
                </a:lnTo>
                <a:lnTo>
                  <a:pt x="239750" y="444995"/>
                </a:lnTo>
                <a:lnTo>
                  <a:pt x="50228" y="509778"/>
                </a:lnTo>
                <a:lnTo>
                  <a:pt x="13677" y="537413"/>
                </a:lnTo>
                <a:lnTo>
                  <a:pt x="0" y="581291"/>
                </a:lnTo>
                <a:lnTo>
                  <a:pt x="0" y="714565"/>
                </a:lnTo>
                <a:lnTo>
                  <a:pt x="4064" y="734568"/>
                </a:lnTo>
                <a:lnTo>
                  <a:pt x="15062" y="750874"/>
                </a:lnTo>
                <a:lnTo>
                  <a:pt x="31343" y="761847"/>
                </a:lnTo>
                <a:lnTo>
                  <a:pt x="51244" y="765848"/>
                </a:lnTo>
                <a:lnTo>
                  <a:pt x="62636" y="764857"/>
                </a:lnTo>
                <a:lnTo>
                  <a:pt x="586346" y="580097"/>
                </a:lnTo>
                <a:lnTo>
                  <a:pt x="591718" y="576681"/>
                </a:lnTo>
                <a:lnTo>
                  <a:pt x="595249" y="571652"/>
                </a:lnTo>
                <a:lnTo>
                  <a:pt x="596633" y="565645"/>
                </a:lnTo>
                <a:close/>
              </a:path>
              <a:path w="777875" h="766445">
                <a:moveTo>
                  <a:pt x="777392" y="339674"/>
                </a:moveTo>
                <a:lnTo>
                  <a:pt x="755040" y="269138"/>
                </a:lnTo>
                <a:lnTo>
                  <a:pt x="696214" y="224574"/>
                </a:lnTo>
                <a:lnTo>
                  <a:pt x="68021" y="2794"/>
                </a:lnTo>
                <a:lnTo>
                  <a:pt x="47917" y="0"/>
                </a:lnTo>
                <a:lnTo>
                  <a:pt x="28956" y="4991"/>
                </a:lnTo>
                <a:lnTo>
                  <a:pt x="13246" y="16776"/>
                </a:lnTo>
                <a:lnTo>
                  <a:pt x="2870" y="34315"/>
                </a:lnTo>
                <a:lnTo>
                  <a:pt x="0" y="45542"/>
                </a:lnTo>
                <a:lnTo>
                  <a:pt x="0" y="184607"/>
                </a:lnTo>
                <a:lnTo>
                  <a:pt x="13741" y="228523"/>
                </a:lnTo>
                <a:lnTo>
                  <a:pt x="50380" y="256133"/>
                </a:lnTo>
                <a:lnTo>
                  <a:pt x="709371" y="488137"/>
                </a:lnTo>
                <a:lnTo>
                  <a:pt x="729488" y="490931"/>
                </a:lnTo>
                <a:lnTo>
                  <a:pt x="748449" y="485940"/>
                </a:lnTo>
                <a:lnTo>
                  <a:pt x="764159" y="474167"/>
                </a:lnTo>
                <a:lnTo>
                  <a:pt x="774522" y="456615"/>
                </a:lnTo>
                <a:lnTo>
                  <a:pt x="777328" y="445795"/>
                </a:lnTo>
                <a:lnTo>
                  <a:pt x="777392" y="339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-50" dirty="0">
                <a:latin typeface="Calibri"/>
                <a:cs typeface="Calibri"/>
              </a:rPr>
              <a:t>1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528" y="478726"/>
            <a:ext cx="18234659" cy="9573603"/>
            <a:chOff x="33528" y="478726"/>
            <a:chExt cx="18234659" cy="9573603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" y="2586253"/>
              <a:ext cx="11910060" cy="746607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92328" y="5006339"/>
              <a:ext cx="4975859" cy="2627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87399" y="5201412"/>
              <a:ext cx="4405884" cy="20574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39371" y="5934481"/>
              <a:ext cx="1690116" cy="7299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781028" y="5954268"/>
              <a:ext cx="1494790" cy="586740"/>
            </a:xfrm>
            <a:custGeom>
              <a:avLst/>
              <a:gdLst/>
              <a:ahLst/>
              <a:cxnLst/>
              <a:rect l="l" t="t" r="r" b="b"/>
              <a:pathLst>
                <a:path w="1494790" h="586740">
                  <a:moveTo>
                    <a:pt x="1382395" y="472313"/>
                  </a:moveTo>
                  <a:lnTo>
                    <a:pt x="1381375" y="501904"/>
                  </a:lnTo>
                  <a:lnTo>
                    <a:pt x="1381253" y="505460"/>
                  </a:lnTo>
                  <a:lnTo>
                    <a:pt x="1381143" y="508635"/>
                  </a:lnTo>
                  <a:lnTo>
                    <a:pt x="1381097" y="509970"/>
                  </a:lnTo>
                  <a:lnTo>
                    <a:pt x="1400556" y="511048"/>
                  </a:lnTo>
                  <a:lnTo>
                    <a:pt x="1398540" y="546608"/>
                  </a:lnTo>
                  <a:lnTo>
                    <a:pt x="1398456" y="548093"/>
                  </a:lnTo>
                  <a:lnTo>
                    <a:pt x="1398397" y="549148"/>
                  </a:lnTo>
                  <a:lnTo>
                    <a:pt x="1379748" y="549148"/>
                  </a:lnTo>
                  <a:lnTo>
                    <a:pt x="1378458" y="586613"/>
                  </a:lnTo>
                  <a:lnTo>
                    <a:pt x="1460272" y="549148"/>
                  </a:lnTo>
                  <a:lnTo>
                    <a:pt x="1398397" y="549148"/>
                  </a:lnTo>
                  <a:lnTo>
                    <a:pt x="1379784" y="548093"/>
                  </a:lnTo>
                  <a:lnTo>
                    <a:pt x="1462575" y="548093"/>
                  </a:lnTo>
                  <a:lnTo>
                    <a:pt x="1494662" y="533400"/>
                  </a:lnTo>
                  <a:lnTo>
                    <a:pt x="1382395" y="472313"/>
                  </a:lnTo>
                  <a:close/>
                </a:path>
                <a:path w="1494790" h="586740">
                  <a:moveTo>
                    <a:pt x="1381097" y="509970"/>
                  </a:moveTo>
                  <a:lnTo>
                    <a:pt x="1379945" y="543433"/>
                  </a:lnTo>
                  <a:lnTo>
                    <a:pt x="1379835" y="546608"/>
                  </a:lnTo>
                  <a:lnTo>
                    <a:pt x="1379784" y="548093"/>
                  </a:lnTo>
                  <a:lnTo>
                    <a:pt x="1398397" y="549148"/>
                  </a:lnTo>
                  <a:lnTo>
                    <a:pt x="1400527" y="511556"/>
                  </a:lnTo>
                  <a:lnTo>
                    <a:pt x="1400556" y="511048"/>
                  </a:lnTo>
                  <a:lnTo>
                    <a:pt x="1381097" y="509970"/>
                  </a:lnTo>
                  <a:close/>
                </a:path>
                <a:path w="1494790" h="586740">
                  <a:moveTo>
                    <a:pt x="765638" y="265938"/>
                  </a:moveTo>
                  <a:lnTo>
                    <a:pt x="727328" y="265938"/>
                  </a:lnTo>
                  <a:lnTo>
                    <a:pt x="727423" y="266933"/>
                  </a:lnTo>
                  <a:lnTo>
                    <a:pt x="727964" y="268986"/>
                  </a:lnTo>
                  <a:lnTo>
                    <a:pt x="727619" y="268986"/>
                  </a:lnTo>
                  <a:lnTo>
                    <a:pt x="729615" y="289941"/>
                  </a:lnTo>
                  <a:lnTo>
                    <a:pt x="729615" y="291084"/>
                  </a:lnTo>
                  <a:lnTo>
                    <a:pt x="729869" y="292227"/>
                  </a:lnTo>
                  <a:lnTo>
                    <a:pt x="748029" y="334137"/>
                  </a:lnTo>
                  <a:lnTo>
                    <a:pt x="784351" y="373380"/>
                  </a:lnTo>
                  <a:lnTo>
                    <a:pt x="816864" y="397510"/>
                  </a:lnTo>
                  <a:lnTo>
                    <a:pt x="855472" y="420243"/>
                  </a:lnTo>
                  <a:lnTo>
                    <a:pt x="899414" y="441579"/>
                  </a:lnTo>
                  <a:lnTo>
                    <a:pt x="948308" y="461518"/>
                  </a:lnTo>
                  <a:lnTo>
                    <a:pt x="1001902" y="479933"/>
                  </a:lnTo>
                  <a:lnTo>
                    <a:pt x="1059306" y="496697"/>
                  </a:lnTo>
                  <a:lnTo>
                    <a:pt x="1120267" y="511556"/>
                  </a:lnTo>
                  <a:lnTo>
                    <a:pt x="1184148" y="524510"/>
                  </a:lnTo>
                  <a:lnTo>
                    <a:pt x="1250568" y="535051"/>
                  </a:lnTo>
                  <a:lnTo>
                    <a:pt x="1318895" y="543433"/>
                  </a:lnTo>
                  <a:lnTo>
                    <a:pt x="1379784" y="548093"/>
                  </a:lnTo>
                  <a:lnTo>
                    <a:pt x="1381043" y="511556"/>
                  </a:lnTo>
                  <a:lnTo>
                    <a:pt x="1381097" y="509970"/>
                  </a:lnTo>
                  <a:lnTo>
                    <a:pt x="1323085" y="505460"/>
                  </a:lnTo>
                  <a:lnTo>
                    <a:pt x="1256156" y="497459"/>
                  </a:lnTo>
                  <a:lnTo>
                    <a:pt x="1191260" y="487045"/>
                  </a:lnTo>
                  <a:lnTo>
                    <a:pt x="1128902" y="474472"/>
                  </a:lnTo>
                  <a:lnTo>
                    <a:pt x="1069467" y="459994"/>
                  </a:lnTo>
                  <a:lnTo>
                    <a:pt x="1013714" y="443738"/>
                  </a:lnTo>
                  <a:lnTo>
                    <a:pt x="962151" y="425958"/>
                  </a:lnTo>
                  <a:lnTo>
                    <a:pt x="915416" y="407035"/>
                  </a:lnTo>
                  <a:lnTo>
                    <a:pt x="874014" y="386969"/>
                  </a:lnTo>
                  <a:lnTo>
                    <a:pt x="838707" y="366268"/>
                  </a:lnTo>
                  <a:lnTo>
                    <a:pt x="798195" y="334518"/>
                  </a:lnTo>
                  <a:lnTo>
                    <a:pt x="774446" y="304673"/>
                  </a:lnTo>
                  <a:lnTo>
                    <a:pt x="770402" y="295402"/>
                  </a:lnTo>
                  <a:lnTo>
                    <a:pt x="770127" y="295402"/>
                  </a:lnTo>
                  <a:lnTo>
                    <a:pt x="769710" y="293816"/>
                  </a:lnTo>
                  <a:lnTo>
                    <a:pt x="769408" y="293243"/>
                  </a:lnTo>
                  <a:lnTo>
                    <a:pt x="769239" y="292735"/>
                  </a:lnTo>
                  <a:lnTo>
                    <a:pt x="769426" y="292735"/>
                  </a:lnTo>
                  <a:lnTo>
                    <a:pt x="767821" y="286639"/>
                  </a:lnTo>
                  <a:lnTo>
                    <a:pt x="767461" y="286639"/>
                  </a:lnTo>
                  <a:lnTo>
                    <a:pt x="766952" y="283337"/>
                  </a:lnTo>
                  <a:lnTo>
                    <a:pt x="767185" y="283337"/>
                  </a:lnTo>
                  <a:lnTo>
                    <a:pt x="766445" y="274447"/>
                  </a:lnTo>
                  <a:lnTo>
                    <a:pt x="765927" y="268986"/>
                  </a:lnTo>
                  <a:lnTo>
                    <a:pt x="727964" y="268986"/>
                  </a:lnTo>
                  <a:lnTo>
                    <a:pt x="727536" y="266933"/>
                  </a:lnTo>
                  <a:lnTo>
                    <a:pt x="765733" y="266933"/>
                  </a:lnTo>
                  <a:lnTo>
                    <a:pt x="765638" y="265938"/>
                  </a:lnTo>
                  <a:close/>
                </a:path>
                <a:path w="1494790" h="586740">
                  <a:moveTo>
                    <a:pt x="769710" y="293816"/>
                  </a:moveTo>
                  <a:lnTo>
                    <a:pt x="770127" y="295402"/>
                  </a:lnTo>
                  <a:lnTo>
                    <a:pt x="770402" y="295402"/>
                  </a:lnTo>
                  <a:lnTo>
                    <a:pt x="769710" y="293816"/>
                  </a:lnTo>
                  <a:close/>
                </a:path>
                <a:path w="1494790" h="586740">
                  <a:moveTo>
                    <a:pt x="769239" y="292735"/>
                  </a:moveTo>
                  <a:lnTo>
                    <a:pt x="769599" y="293816"/>
                  </a:lnTo>
                  <a:lnTo>
                    <a:pt x="769559" y="293243"/>
                  </a:lnTo>
                  <a:lnTo>
                    <a:pt x="769239" y="292735"/>
                  </a:lnTo>
                  <a:close/>
                </a:path>
                <a:path w="1494790" h="586740">
                  <a:moveTo>
                    <a:pt x="769426" y="292735"/>
                  </a:moveTo>
                  <a:lnTo>
                    <a:pt x="769239" y="292735"/>
                  </a:lnTo>
                  <a:lnTo>
                    <a:pt x="769460" y="293243"/>
                  </a:lnTo>
                  <a:lnTo>
                    <a:pt x="769426" y="292735"/>
                  </a:lnTo>
                  <a:close/>
                </a:path>
                <a:path w="1494790" h="586740">
                  <a:moveTo>
                    <a:pt x="766952" y="283337"/>
                  </a:moveTo>
                  <a:lnTo>
                    <a:pt x="767461" y="286639"/>
                  </a:lnTo>
                  <a:lnTo>
                    <a:pt x="767293" y="284631"/>
                  </a:lnTo>
                  <a:lnTo>
                    <a:pt x="766952" y="283337"/>
                  </a:lnTo>
                  <a:close/>
                </a:path>
                <a:path w="1494790" h="586740">
                  <a:moveTo>
                    <a:pt x="767293" y="284631"/>
                  </a:moveTo>
                  <a:lnTo>
                    <a:pt x="767461" y="286639"/>
                  </a:lnTo>
                  <a:lnTo>
                    <a:pt x="767821" y="286639"/>
                  </a:lnTo>
                  <a:lnTo>
                    <a:pt x="767293" y="284631"/>
                  </a:lnTo>
                  <a:close/>
                </a:path>
                <a:path w="1494790" h="586740">
                  <a:moveTo>
                    <a:pt x="767185" y="283337"/>
                  </a:moveTo>
                  <a:lnTo>
                    <a:pt x="766952" y="283337"/>
                  </a:lnTo>
                  <a:lnTo>
                    <a:pt x="767293" y="284631"/>
                  </a:lnTo>
                  <a:lnTo>
                    <a:pt x="767185" y="283337"/>
                  </a:lnTo>
                  <a:close/>
                </a:path>
                <a:path w="1494790" h="586740">
                  <a:moveTo>
                    <a:pt x="764149" y="256921"/>
                  </a:moveTo>
                  <a:lnTo>
                    <a:pt x="724789" y="256921"/>
                  </a:lnTo>
                  <a:lnTo>
                    <a:pt x="725056" y="257937"/>
                  </a:lnTo>
                  <a:lnTo>
                    <a:pt x="725804" y="259715"/>
                  </a:lnTo>
                  <a:lnTo>
                    <a:pt x="725524" y="259715"/>
                  </a:lnTo>
                  <a:lnTo>
                    <a:pt x="727423" y="266933"/>
                  </a:lnTo>
                  <a:lnTo>
                    <a:pt x="727328" y="265938"/>
                  </a:lnTo>
                  <a:lnTo>
                    <a:pt x="765638" y="265938"/>
                  </a:lnTo>
                  <a:lnTo>
                    <a:pt x="765301" y="262382"/>
                  </a:lnTo>
                  <a:lnTo>
                    <a:pt x="765175" y="261366"/>
                  </a:lnTo>
                  <a:lnTo>
                    <a:pt x="765048" y="260350"/>
                  </a:lnTo>
                  <a:lnTo>
                    <a:pt x="764881" y="259715"/>
                  </a:lnTo>
                  <a:lnTo>
                    <a:pt x="725804" y="259715"/>
                  </a:lnTo>
                  <a:lnTo>
                    <a:pt x="725158" y="257937"/>
                  </a:lnTo>
                  <a:lnTo>
                    <a:pt x="764415" y="257937"/>
                  </a:lnTo>
                  <a:lnTo>
                    <a:pt x="764149" y="256921"/>
                  </a:lnTo>
                  <a:close/>
                </a:path>
                <a:path w="1494790" h="586740">
                  <a:moveTo>
                    <a:pt x="507" y="0"/>
                  </a:moveTo>
                  <a:lnTo>
                    <a:pt x="463" y="3302"/>
                  </a:lnTo>
                  <a:lnTo>
                    <a:pt x="336" y="12827"/>
                  </a:lnTo>
                  <a:lnTo>
                    <a:pt x="209" y="22352"/>
                  </a:lnTo>
                  <a:lnTo>
                    <a:pt x="135" y="27940"/>
                  </a:lnTo>
                  <a:lnTo>
                    <a:pt x="54" y="34036"/>
                  </a:lnTo>
                  <a:lnTo>
                    <a:pt x="0" y="38100"/>
                  </a:lnTo>
                  <a:lnTo>
                    <a:pt x="35051" y="38481"/>
                  </a:lnTo>
                  <a:lnTo>
                    <a:pt x="104013" y="41275"/>
                  </a:lnTo>
                  <a:lnTo>
                    <a:pt x="172212" y="46990"/>
                  </a:lnTo>
                  <a:lnTo>
                    <a:pt x="239014" y="55118"/>
                  </a:lnTo>
                  <a:lnTo>
                    <a:pt x="304038" y="65405"/>
                  </a:lnTo>
                  <a:lnTo>
                    <a:pt x="366395" y="78105"/>
                  </a:lnTo>
                  <a:lnTo>
                    <a:pt x="425830" y="92583"/>
                  </a:lnTo>
                  <a:lnTo>
                    <a:pt x="481583" y="108839"/>
                  </a:lnTo>
                  <a:lnTo>
                    <a:pt x="533273" y="126619"/>
                  </a:lnTo>
                  <a:lnTo>
                    <a:pt x="580136" y="145669"/>
                  </a:lnTo>
                  <a:lnTo>
                    <a:pt x="621538" y="165862"/>
                  </a:lnTo>
                  <a:lnTo>
                    <a:pt x="657098" y="186817"/>
                  </a:lnTo>
                  <a:lnTo>
                    <a:pt x="697738" y="218821"/>
                  </a:lnTo>
                  <a:lnTo>
                    <a:pt x="721741" y="250062"/>
                  </a:lnTo>
                  <a:lnTo>
                    <a:pt x="725056" y="257937"/>
                  </a:lnTo>
                  <a:lnTo>
                    <a:pt x="724789" y="256921"/>
                  </a:lnTo>
                  <a:lnTo>
                    <a:pt x="764149" y="256921"/>
                  </a:lnTo>
                  <a:lnTo>
                    <a:pt x="761619" y="247269"/>
                  </a:lnTo>
                  <a:lnTo>
                    <a:pt x="761365" y="246380"/>
                  </a:lnTo>
                  <a:lnTo>
                    <a:pt x="761111" y="245364"/>
                  </a:lnTo>
                  <a:lnTo>
                    <a:pt x="760602" y="244475"/>
                  </a:lnTo>
                  <a:lnTo>
                    <a:pt x="754252" y="230251"/>
                  </a:lnTo>
                  <a:lnTo>
                    <a:pt x="745744" y="216535"/>
                  </a:lnTo>
                  <a:lnTo>
                    <a:pt x="709549" y="178181"/>
                  </a:lnTo>
                  <a:lnTo>
                    <a:pt x="677164" y="154432"/>
                  </a:lnTo>
                  <a:lnTo>
                    <a:pt x="638937" y="131953"/>
                  </a:lnTo>
                  <a:lnTo>
                    <a:pt x="594995" y="110617"/>
                  </a:lnTo>
                  <a:lnTo>
                    <a:pt x="546226" y="90805"/>
                  </a:lnTo>
                  <a:lnTo>
                    <a:pt x="492760" y="72390"/>
                  </a:lnTo>
                  <a:lnTo>
                    <a:pt x="435355" y="55626"/>
                  </a:lnTo>
                  <a:lnTo>
                    <a:pt x="374396" y="40767"/>
                  </a:lnTo>
                  <a:lnTo>
                    <a:pt x="310388" y="27940"/>
                  </a:lnTo>
                  <a:lnTo>
                    <a:pt x="244094" y="17272"/>
                  </a:lnTo>
                  <a:lnTo>
                    <a:pt x="175768" y="9017"/>
                  </a:lnTo>
                  <a:lnTo>
                    <a:pt x="106045" y="3302"/>
                  </a:lnTo>
                  <a:lnTo>
                    <a:pt x="35560" y="38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876525" y="4435602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1566417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3" y="612648"/>
                  </a:lnTo>
                  <a:lnTo>
                    <a:pt x="1566417" y="612648"/>
                  </a:lnTo>
                  <a:lnTo>
                    <a:pt x="1590234" y="607833"/>
                  </a:lnTo>
                  <a:lnTo>
                    <a:pt x="1609693" y="594709"/>
                  </a:lnTo>
                  <a:lnTo>
                    <a:pt x="1622817" y="575250"/>
                  </a:lnTo>
                  <a:lnTo>
                    <a:pt x="1627631" y="551434"/>
                  </a:lnTo>
                  <a:lnTo>
                    <a:pt x="1627631" y="61213"/>
                  </a:lnTo>
                  <a:lnTo>
                    <a:pt x="1622817" y="37397"/>
                  </a:lnTo>
                  <a:lnTo>
                    <a:pt x="1609693" y="17938"/>
                  </a:lnTo>
                  <a:lnTo>
                    <a:pt x="1590234" y="4814"/>
                  </a:lnTo>
                  <a:lnTo>
                    <a:pt x="1566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876525" y="4435602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3" y="0"/>
                  </a:lnTo>
                  <a:lnTo>
                    <a:pt x="1566417" y="0"/>
                  </a:lnTo>
                  <a:lnTo>
                    <a:pt x="1590234" y="4814"/>
                  </a:lnTo>
                  <a:lnTo>
                    <a:pt x="1609693" y="17938"/>
                  </a:lnTo>
                  <a:lnTo>
                    <a:pt x="1622817" y="37397"/>
                  </a:lnTo>
                  <a:lnTo>
                    <a:pt x="1627631" y="61213"/>
                  </a:lnTo>
                  <a:lnTo>
                    <a:pt x="1627631" y="551434"/>
                  </a:lnTo>
                  <a:lnTo>
                    <a:pt x="1622817" y="575250"/>
                  </a:lnTo>
                  <a:lnTo>
                    <a:pt x="1609693" y="594709"/>
                  </a:lnTo>
                  <a:lnTo>
                    <a:pt x="1590234" y="607833"/>
                  </a:lnTo>
                  <a:lnTo>
                    <a:pt x="1566417" y="612648"/>
                  </a:lnTo>
                  <a:lnTo>
                    <a:pt x="61213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5491" y="1906269"/>
            <a:ext cx="75190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1)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How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much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revenue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generated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month?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09062" y="4491608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AE5188-61D8-CD3E-A4C9-49D7B1914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966973"/>
            <a:ext cx="10971784" cy="65961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459" dirty="0">
                <a:latin typeface="Calibri"/>
                <a:cs typeface="Calibri"/>
              </a:rPr>
              <a:t>2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5666085" cy="5975985"/>
            <a:chOff x="1046090" y="478717"/>
            <a:chExt cx="15666085" cy="5975985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31395" y="5724169"/>
              <a:ext cx="1690115" cy="729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973052" y="5743956"/>
              <a:ext cx="1494790" cy="586740"/>
            </a:xfrm>
            <a:custGeom>
              <a:avLst/>
              <a:gdLst/>
              <a:ahLst/>
              <a:cxnLst/>
              <a:rect l="l" t="t" r="r" b="b"/>
              <a:pathLst>
                <a:path w="1494790" h="586739">
                  <a:moveTo>
                    <a:pt x="1382394" y="472313"/>
                  </a:moveTo>
                  <a:lnTo>
                    <a:pt x="1381375" y="501904"/>
                  </a:lnTo>
                  <a:lnTo>
                    <a:pt x="1381253" y="505460"/>
                  </a:lnTo>
                  <a:lnTo>
                    <a:pt x="1381143" y="508635"/>
                  </a:lnTo>
                  <a:lnTo>
                    <a:pt x="1381097" y="509970"/>
                  </a:lnTo>
                  <a:lnTo>
                    <a:pt x="1400555" y="511048"/>
                  </a:lnTo>
                  <a:lnTo>
                    <a:pt x="1398540" y="546608"/>
                  </a:lnTo>
                  <a:lnTo>
                    <a:pt x="1398456" y="548093"/>
                  </a:lnTo>
                  <a:lnTo>
                    <a:pt x="1398396" y="549148"/>
                  </a:lnTo>
                  <a:lnTo>
                    <a:pt x="1379748" y="549148"/>
                  </a:lnTo>
                  <a:lnTo>
                    <a:pt x="1378457" y="586613"/>
                  </a:lnTo>
                  <a:lnTo>
                    <a:pt x="1460272" y="549148"/>
                  </a:lnTo>
                  <a:lnTo>
                    <a:pt x="1398396" y="549148"/>
                  </a:lnTo>
                  <a:lnTo>
                    <a:pt x="1379784" y="548093"/>
                  </a:lnTo>
                  <a:lnTo>
                    <a:pt x="1462575" y="548093"/>
                  </a:lnTo>
                  <a:lnTo>
                    <a:pt x="1494663" y="533400"/>
                  </a:lnTo>
                  <a:lnTo>
                    <a:pt x="1382394" y="472313"/>
                  </a:lnTo>
                  <a:close/>
                </a:path>
                <a:path w="1494790" h="586739">
                  <a:moveTo>
                    <a:pt x="1381097" y="509970"/>
                  </a:moveTo>
                  <a:lnTo>
                    <a:pt x="1379945" y="543433"/>
                  </a:lnTo>
                  <a:lnTo>
                    <a:pt x="1379835" y="546608"/>
                  </a:lnTo>
                  <a:lnTo>
                    <a:pt x="1379784" y="548093"/>
                  </a:lnTo>
                  <a:lnTo>
                    <a:pt x="1398396" y="549148"/>
                  </a:lnTo>
                  <a:lnTo>
                    <a:pt x="1400527" y="511556"/>
                  </a:lnTo>
                  <a:lnTo>
                    <a:pt x="1400555" y="511048"/>
                  </a:lnTo>
                  <a:lnTo>
                    <a:pt x="1381097" y="509970"/>
                  </a:lnTo>
                  <a:close/>
                </a:path>
                <a:path w="1494790" h="586739">
                  <a:moveTo>
                    <a:pt x="765638" y="265938"/>
                  </a:moveTo>
                  <a:lnTo>
                    <a:pt x="727328" y="265938"/>
                  </a:lnTo>
                  <a:lnTo>
                    <a:pt x="727423" y="266933"/>
                  </a:lnTo>
                  <a:lnTo>
                    <a:pt x="727964" y="268986"/>
                  </a:lnTo>
                  <a:lnTo>
                    <a:pt x="727619" y="268986"/>
                  </a:lnTo>
                  <a:lnTo>
                    <a:pt x="729615" y="289941"/>
                  </a:lnTo>
                  <a:lnTo>
                    <a:pt x="729615" y="291084"/>
                  </a:lnTo>
                  <a:lnTo>
                    <a:pt x="729869" y="292227"/>
                  </a:lnTo>
                  <a:lnTo>
                    <a:pt x="748029" y="334137"/>
                  </a:lnTo>
                  <a:lnTo>
                    <a:pt x="784351" y="373380"/>
                  </a:lnTo>
                  <a:lnTo>
                    <a:pt x="816864" y="397510"/>
                  </a:lnTo>
                  <a:lnTo>
                    <a:pt x="855472" y="420243"/>
                  </a:lnTo>
                  <a:lnTo>
                    <a:pt x="899414" y="441579"/>
                  </a:lnTo>
                  <a:lnTo>
                    <a:pt x="948308" y="461518"/>
                  </a:lnTo>
                  <a:lnTo>
                    <a:pt x="1001902" y="479933"/>
                  </a:lnTo>
                  <a:lnTo>
                    <a:pt x="1059307" y="496697"/>
                  </a:lnTo>
                  <a:lnTo>
                    <a:pt x="1120267" y="511556"/>
                  </a:lnTo>
                  <a:lnTo>
                    <a:pt x="1184148" y="524510"/>
                  </a:lnTo>
                  <a:lnTo>
                    <a:pt x="1250569" y="535051"/>
                  </a:lnTo>
                  <a:lnTo>
                    <a:pt x="1318894" y="543433"/>
                  </a:lnTo>
                  <a:lnTo>
                    <a:pt x="1379784" y="548093"/>
                  </a:lnTo>
                  <a:lnTo>
                    <a:pt x="1381043" y="511556"/>
                  </a:lnTo>
                  <a:lnTo>
                    <a:pt x="1381097" y="509970"/>
                  </a:lnTo>
                  <a:lnTo>
                    <a:pt x="1323086" y="505460"/>
                  </a:lnTo>
                  <a:lnTo>
                    <a:pt x="1256157" y="497459"/>
                  </a:lnTo>
                  <a:lnTo>
                    <a:pt x="1191259" y="487045"/>
                  </a:lnTo>
                  <a:lnTo>
                    <a:pt x="1128903" y="474472"/>
                  </a:lnTo>
                  <a:lnTo>
                    <a:pt x="1069467" y="459994"/>
                  </a:lnTo>
                  <a:lnTo>
                    <a:pt x="1013714" y="443738"/>
                  </a:lnTo>
                  <a:lnTo>
                    <a:pt x="962151" y="425958"/>
                  </a:lnTo>
                  <a:lnTo>
                    <a:pt x="915416" y="407035"/>
                  </a:lnTo>
                  <a:lnTo>
                    <a:pt x="874014" y="386969"/>
                  </a:lnTo>
                  <a:lnTo>
                    <a:pt x="838707" y="366268"/>
                  </a:lnTo>
                  <a:lnTo>
                    <a:pt x="798195" y="334518"/>
                  </a:lnTo>
                  <a:lnTo>
                    <a:pt x="774446" y="304673"/>
                  </a:lnTo>
                  <a:lnTo>
                    <a:pt x="770402" y="295402"/>
                  </a:lnTo>
                  <a:lnTo>
                    <a:pt x="770127" y="295402"/>
                  </a:lnTo>
                  <a:lnTo>
                    <a:pt x="769710" y="293816"/>
                  </a:lnTo>
                  <a:lnTo>
                    <a:pt x="769408" y="293243"/>
                  </a:lnTo>
                  <a:lnTo>
                    <a:pt x="769239" y="292735"/>
                  </a:lnTo>
                  <a:lnTo>
                    <a:pt x="769426" y="292735"/>
                  </a:lnTo>
                  <a:lnTo>
                    <a:pt x="767821" y="286639"/>
                  </a:lnTo>
                  <a:lnTo>
                    <a:pt x="767461" y="286639"/>
                  </a:lnTo>
                  <a:lnTo>
                    <a:pt x="766952" y="283337"/>
                  </a:lnTo>
                  <a:lnTo>
                    <a:pt x="767185" y="283337"/>
                  </a:lnTo>
                  <a:lnTo>
                    <a:pt x="766445" y="274447"/>
                  </a:lnTo>
                  <a:lnTo>
                    <a:pt x="765927" y="268986"/>
                  </a:lnTo>
                  <a:lnTo>
                    <a:pt x="727964" y="268986"/>
                  </a:lnTo>
                  <a:lnTo>
                    <a:pt x="727536" y="266933"/>
                  </a:lnTo>
                  <a:lnTo>
                    <a:pt x="765733" y="266933"/>
                  </a:lnTo>
                  <a:lnTo>
                    <a:pt x="765638" y="265938"/>
                  </a:lnTo>
                  <a:close/>
                </a:path>
                <a:path w="1494790" h="586739">
                  <a:moveTo>
                    <a:pt x="769710" y="293816"/>
                  </a:moveTo>
                  <a:lnTo>
                    <a:pt x="770127" y="295402"/>
                  </a:lnTo>
                  <a:lnTo>
                    <a:pt x="770402" y="295402"/>
                  </a:lnTo>
                  <a:lnTo>
                    <a:pt x="769710" y="293816"/>
                  </a:lnTo>
                  <a:close/>
                </a:path>
                <a:path w="1494790" h="586739">
                  <a:moveTo>
                    <a:pt x="769239" y="292735"/>
                  </a:moveTo>
                  <a:lnTo>
                    <a:pt x="769599" y="293816"/>
                  </a:lnTo>
                  <a:lnTo>
                    <a:pt x="769559" y="293243"/>
                  </a:lnTo>
                  <a:lnTo>
                    <a:pt x="769239" y="292735"/>
                  </a:lnTo>
                  <a:close/>
                </a:path>
                <a:path w="1494790" h="586739">
                  <a:moveTo>
                    <a:pt x="769426" y="292735"/>
                  </a:moveTo>
                  <a:lnTo>
                    <a:pt x="769239" y="292735"/>
                  </a:lnTo>
                  <a:lnTo>
                    <a:pt x="769460" y="293243"/>
                  </a:lnTo>
                  <a:lnTo>
                    <a:pt x="769426" y="292735"/>
                  </a:lnTo>
                  <a:close/>
                </a:path>
                <a:path w="1494790" h="586739">
                  <a:moveTo>
                    <a:pt x="766952" y="283337"/>
                  </a:moveTo>
                  <a:lnTo>
                    <a:pt x="767461" y="286639"/>
                  </a:lnTo>
                  <a:lnTo>
                    <a:pt x="767293" y="284631"/>
                  </a:lnTo>
                  <a:lnTo>
                    <a:pt x="766952" y="283337"/>
                  </a:lnTo>
                  <a:close/>
                </a:path>
                <a:path w="1494790" h="586739">
                  <a:moveTo>
                    <a:pt x="767293" y="284631"/>
                  </a:moveTo>
                  <a:lnTo>
                    <a:pt x="767461" y="286639"/>
                  </a:lnTo>
                  <a:lnTo>
                    <a:pt x="767821" y="286639"/>
                  </a:lnTo>
                  <a:lnTo>
                    <a:pt x="767293" y="284631"/>
                  </a:lnTo>
                  <a:close/>
                </a:path>
                <a:path w="1494790" h="586739">
                  <a:moveTo>
                    <a:pt x="767185" y="283337"/>
                  </a:moveTo>
                  <a:lnTo>
                    <a:pt x="766952" y="283337"/>
                  </a:lnTo>
                  <a:lnTo>
                    <a:pt x="767293" y="284631"/>
                  </a:lnTo>
                  <a:lnTo>
                    <a:pt x="767185" y="283337"/>
                  </a:lnTo>
                  <a:close/>
                </a:path>
                <a:path w="1494790" h="586739">
                  <a:moveTo>
                    <a:pt x="764149" y="256921"/>
                  </a:moveTo>
                  <a:lnTo>
                    <a:pt x="724789" y="256921"/>
                  </a:lnTo>
                  <a:lnTo>
                    <a:pt x="725056" y="257937"/>
                  </a:lnTo>
                  <a:lnTo>
                    <a:pt x="725804" y="259715"/>
                  </a:lnTo>
                  <a:lnTo>
                    <a:pt x="725524" y="259715"/>
                  </a:lnTo>
                  <a:lnTo>
                    <a:pt x="727423" y="266933"/>
                  </a:lnTo>
                  <a:lnTo>
                    <a:pt x="727328" y="265938"/>
                  </a:lnTo>
                  <a:lnTo>
                    <a:pt x="765638" y="265938"/>
                  </a:lnTo>
                  <a:lnTo>
                    <a:pt x="765301" y="262382"/>
                  </a:lnTo>
                  <a:lnTo>
                    <a:pt x="765175" y="261366"/>
                  </a:lnTo>
                  <a:lnTo>
                    <a:pt x="765048" y="260350"/>
                  </a:lnTo>
                  <a:lnTo>
                    <a:pt x="764881" y="259715"/>
                  </a:lnTo>
                  <a:lnTo>
                    <a:pt x="725804" y="259715"/>
                  </a:lnTo>
                  <a:lnTo>
                    <a:pt x="725158" y="257937"/>
                  </a:lnTo>
                  <a:lnTo>
                    <a:pt x="764415" y="257937"/>
                  </a:lnTo>
                  <a:lnTo>
                    <a:pt x="764149" y="256921"/>
                  </a:lnTo>
                  <a:close/>
                </a:path>
                <a:path w="1494790" h="586739">
                  <a:moveTo>
                    <a:pt x="507" y="0"/>
                  </a:moveTo>
                  <a:lnTo>
                    <a:pt x="463" y="3302"/>
                  </a:lnTo>
                  <a:lnTo>
                    <a:pt x="336" y="12827"/>
                  </a:lnTo>
                  <a:lnTo>
                    <a:pt x="209" y="22352"/>
                  </a:lnTo>
                  <a:lnTo>
                    <a:pt x="135" y="27940"/>
                  </a:lnTo>
                  <a:lnTo>
                    <a:pt x="54" y="34036"/>
                  </a:lnTo>
                  <a:lnTo>
                    <a:pt x="0" y="38100"/>
                  </a:lnTo>
                  <a:lnTo>
                    <a:pt x="35051" y="38481"/>
                  </a:lnTo>
                  <a:lnTo>
                    <a:pt x="104013" y="41275"/>
                  </a:lnTo>
                  <a:lnTo>
                    <a:pt x="172212" y="46990"/>
                  </a:lnTo>
                  <a:lnTo>
                    <a:pt x="239014" y="55118"/>
                  </a:lnTo>
                  <a:lnTo>
                    <a:pt x="304038" y="65405"/>
                  </a:lnTo>
                  <a:lnTo>
                    <a:pt x="366395" y="78105"/>
                  </a:lnTo>
                  <a:lnTo>
                    <a:pt x="425830" y="92583"/>
                  </a:lnTo>
                  <a:lnTo>
                    <a:pt x="481583" y="108839"/>
                  </a:lnTo>
                  <a:lnTo>
                    <a:pt x="533273" y="126619"/>
                  </a:lnTo>
                  <a:lnTo>
                    <a:pt x="580136" y="145669"/>
                  </a:lnTo>
                  <a:lnTo>
                    <a:pt x="621538" y="165862"/>
                  </a:lnTo>
                  <a:lnTo>
                    <a:pt x="657098" y="186817"/>
                  </a:lnTo>
                  <a:lnTo>
                    <a:pt x="697738" y="218821"/>
                  </a:lnTo>
                  <a:lnTo>
                    <a:pt x="721741" y="250063"/>
                  </a:lnTo>
                  <a:lnTo>
                    <a:pt x="725056" y="257937"/>
                  </a:lnTo>
                  <a:lnTo>
                    <a:pt x="724789" y="256921"/>
                  </a:lnTo>
                  <a:lnTo>
                    <a:pt x="764149" y="256921"/>
                  </a:lnTo>
                  <a:lnTo>
                    <a:pt x="761619" y="247269"/>
                  </a:lnTo>
                  <a:lnTo>
                    <a:pt x="761365" y="246380"/>
                  </a:lnTo>
                  <a:lnTo>
                    <a:pt x="761111" y="245364"/>
                  </a:lnTo>
                  <a:lnTo>
                    <a:pt x="760602" y="244475"/>
                  </a:lnTo>
                  <a:lnTo>
                    <a:pt x="754252" y="230251"/>
                  </a:lnTo>
                  <a:lnTo>
                    <a:pt x="745744" y="216535"/>
                  </a:lnTo>
                  <a:lnTo>
                    <a:pt x="709549" y="178181"/>
                  </a:lnTo>
                  <a:lnTo>
                    <a:pt x="677164" y="154432"/>
                  </a:lnTo>
                  <a:lnTo>
                    <a:pt x="638937" y="131953"/>
                  </a:lnTo>
                  <a:lnTo>
                    <a:pt x="594995" y="110617"/>
                  </a:lnTo>
                  <a:lnTo>
                    <a:pt x="546226" y="90805"/>
                  </a:lnTo>
                  <a:lnTo>
                    <a:pt x="492759" y="72390"/>
                  </a:lnTo>
                  <a:lnTo>
                    <a:pt x="435355" y="55626"/>
                  </a:lnTo>
                  <a:lnTo>
                    <a:pt x="374396" y="40767"/>
                  </a:lnTo>
                  <a:lnTo>
                    <a:pt x="310388" y="27940"/>
                  </a:lnTo>
                  <a:lnTo>
                    <a:pt x="244094" y="17272"/>
                  </a:lnTo>
                  <a:lnTo>
                    <a:pt x="175768" y="9017"/>
                  </a:lnTo>
                  <a:lnTo>
                    <a:pt x="106045" y="3302"/>
                  </a:lnTo>
                  <a:lnTo>
                    <a:pt x="35559" y="38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071598" y="4991862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1566417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3" y="612648"/>
                  </a:lnTo>
                  <a:lnTo>
                    <a:pt x="1566417" y="612648"/>
                  </a:lnTo>
                  <a:lnTo>
                    <a:pt x="1590234" y="607833"/>
                  </a:lnTo>
                  <a:lnTo>
                    <a:pt x="1609693" y="594709"/>
                  </a:lnTo>
                  <a:lnTo>
                    <a:pt x="1622817" y="575250"/>
                  </a:lnTo>
                  <a:lnTo>
                    <a:pt x="1627632" y="551434"/>
                  </a:lnTo>
                  <a:lnTo>
                    <a:pt x="1627632" y="61213"/>
                  </a:lnTo>
                  <a:lnTo>
                    <a:pt x="1622817" y="37397"/>
                  </a:lnTo>
                  <a:lnTo>
                    <a:pt x="1609693" y="17938"/>
                  </a:lnTo>
                  <a:lnTo>
                    <a:pt x="1590234" y="4814"/>
                  </a:lnTo>
                  <a:lnTo>
                    <a:pt x="1566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71598" y="4991862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3" y="0"/>
                  </a:lnTo>
                  <a:lnTo>
                    <a:pt x="1566417" y="0"/>
                  </a:lnTo>
                  <a:lnTo>
                    <a:pt x="1590234" y="4814"/>
                  </a:lnTo>
                  <a:lnTo>
                    <a:pt x="1609693" y="17938"/>
                  </a:lnTo>
                  <a:lnTo>
                    <a:pt x="1622817" y="37397"/>
                  </a:lnTo>
                  <a:lnTo>
                    <a:pt x="1627632" y="61213"/>
                  </a:lnTo>
                  <a:lnTo>
                    <a:pt x="1627632" y="551434"/>
                  </a:lnTo>
                  <a:lnTo>
                    <a:pt x="1622817" y="575250"/>
                  </a:lnTo>
                  <a:lnTo>
                    <a:pt x="1609693" y="594709"/>
                  </a:lnTo>
                  <a:lnTo>
                    <a:pt x="1590234" y="607833"/>
                  </a:lnTo>
                  <a:lnTo>
                    <a:pt x="1566417" y="612648"/>
                  </a:lnTo>
                  <a:lnTo>
                    <a:pt x="61213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92748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2)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month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did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cost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goods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sold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reach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peak?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04388" y="5047869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100" y="2586253"/>
            <a:ext cx="18236184" cy="7466076"/>
            <a:chOff x="38100" y="2586253"/>
            <a:chExt cx="18236184" cy="7466076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" y="2586253"/>
              <a:ext cx="11913108" cy="74660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73328" y="5547360"/>
              <a:ext cx="4600956" cy="15439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68400" y="5742432"/>
              <a:ext cx="4030980" cy="973836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BB661CA-F907-4B0A-5E55-B1F91BBDE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28" y="2966972"/>
            <a:ext cx="11137963" cy="6672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459" dirty="0">
                <a:latin typeface="Calibri"/>
                <a:cs typeface="Calibri"/>
              </a:rPr>
              <a:t>3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5666085" cy="5975985"/>
            <a:chOff x="1046090" y="478717"/>
            <a:chExt cx="15666085" cy="5975985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31395" y="5724169"/>
              <a:ext cx="1690115" cy="729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973052" y="5743956"/>
              <a:ext cx="1494790" cy="586740"/>
            </a:xfrm>
            <a:custGeom>
              <a:avLst/>
              <a:gdLst/>
              <a:ahLst/>
              <a:cxnLst/>
              <a:rect l="l" t="t" r="r" b="b"/>
              <a:pathLst>
                <a:path w="1494790" h="586739">
                  <a:moveTo>
                    <a:pt x="1382394" y="472313"/>
                  </a:moveTo>
                  <a:lnTo>
                    <a:pt x="1381375" y="501904"/>
                  </a:lnTo>
                  <a:lnTo>
                    <a:pt x="1381253" y="505460"/>
                  </a:lnTo>
                  <a:lnTo>
                    <a:pt x="1381143" y="508635"/>
                  </a:lnTo>
                  <a:lnTo>
                    <a:pt x="1381097" y="509970"/>
                  </a:lnTo>
                  <a:lnTo>
                    <a:pt x="1400555" y="511048"/>
                  </a:lnTo>
                  <a:lnTo>
                    <a:pt x="1398540" y="546608"/>
                  </a:lnTo>
                  <a:lnTo>
                    <a:pt x="1398456" y="548093"/>
                  </a:lnTo>
                  <a:lnTo>
                    <a:pt x="1398396" y="549148"/>
                  </a:lnTo>
                  <a:lnTo>
                    <a:pt x="1379748" y="549148"/>
                  </a:lnTo>
                  <a:lnTo>
                    <a:pt x="1378457" y="586613"/>
                  </a:lnTo>
                  <a:lnTo>
                    <a:pt x="1460272" y="549148"/>
                  </a:lnTo>
                  <a:lnTo>
                    <a:pt x="1398396" y="549148"/>
                  </a:lnTo>
                  <a:lnTo>
                    <a:pt x="1379784" y="548093"/>
                  </a:lnTo>
                  <a:lnTo>
                    <a:pt x="1462575" y="548093"/>
                  </a:lnTo>
                  <a:lnTo>
                    <a:pt x="1494663" y="533400"/>
                  </a:lnTo>
                  <a:lnTo>
                    <a:pt x="1382394" y="472313"/>
                  </a:lnTo>
                  <a:close/>
                </a:path>
                <a:path w="1494790" h="586739">
                  <a:moveTo>
                    <a:pt x="1381097" y="509970"/>
                  </a:moveTo>
                  <a:lnTo>
                    <a:pt x="1379945" y="543433"/>
                  </a:lnTo>
                  <a:lnTo>
                    <a:pt x="1379835" y="546608"/>
                  </a:lnTo>
                  <a:lnTo>
                    <a:pt x="1379784" y="548093"/>
                  </a:lnTo>
                  <a:lnTo>
                    <a:pt x="1398396" y="549148"/>
                  </a:lnTo>
                  <a:lnTo>
                    <a:pt x="1400527" y="511556"/>
                  </a:lnTo>
                  <a:lnTo>
                    <a:pt x="1400555" y="511048"/>
                  </a:lnTo>
                  <a:lnTo>
                    <a:pt x="1381097" y="509970"/>
                  </a:lnTo>
                  <a:close/>
                </a:path>
                <a:path w="1494790" h="586739">
                  <a:moveTo>
                    <a:pt x="765638" y="265938"/>
                  </a:moveTo>
                  <a:lnTo>
                    <a:pt x="727328" y="265938"/>
                  </a:lnTo>
                  <a:lnTo>
                    <a:pt x="727423" y="266933"/>
                  </a:lnTo>
                  <a:lnTo>
                    <a:pt x="727964" y="268986"/>
                  </a:lnTo>
                  <a:lnTo>
                    <a:pt x="727619" y="268986"/>
                  </a:lnTo>
                  <a:lnTo>
                    <a:pt x="729615" y="289941"/>
                  </a:lnTo>
                  <a:lnTo>
                    <a:pt x="729615" y="291084"/>
                  </a:lnTo>
                  <a:lnTo>
                    <a:pt x="729869" y="292227"/>
                  </a:lnTo>
                  <a:lnTo>
                    <a:pt x="748029" y="334137"/>
                  </a:lnTo>
                  <a:lnTo>
                    <a:pt x="784351" y="373380"/>
                  </a:lnTo>
                  <a:lnTo>
                    <a:pt x="816864" y="397510"/>
                  </a:lnTo>
                  <a:lnTo>
                    <a:pt x="855472" y="420243"/>
                  </a:lnTo>
                  <a:lnTo>
                    <a:pt x="899414" y="441579"/>
                  </a:lnTo>
                  <a:lnTo>
                    <a:pt x="948308" y="461518"/>
                  </a:lnTo>
                  <a:lnTo>
                    <a:pt x="1001902" y="479933"/>
                  </a:lnTo>
                  <a:lnTo>
                    <a:pt x="1059307" y="496697"/>
                  </a:lnTo>
                  <a:lnTo>
                    <a:pt x="1120267" y="511556"/>
                  </a:lnTo>
                  <a:lnTo>
                    <a:pt x="1184148" y="524510"/>
                  </a:lnTo>
                  <a:lnTo>
                    <a:pt x="1250569" y="535051"/>
                  </a:lnTo>
                  <a:lnTo>
                    <a:pt x="1318894" y="543433"/>
                  </a:lnTo>
                  <a:lnTo>
                    <a:pt x="1379784" y="548093"/>
                  </a:lnTo>
                  <a:lnTo>
                    <a:pt x="1381043" y="511556"/>
                  </a:lnTo>
                  <a:lnTo>
                    <a:pt x="1381097" y="509970"/>
                  </a:lnTo>
                  <a:lnTo>
                    <a:pt x="1323086" y="505460"/>
                  </a:lnTo>
                  <a:lnTo>
                    <a:pt x="1256157" y="497459"/>
                  </a:lnTo>
                  <a:lnTo>
                    <a:pt x="1191259" y="487045"/>
                  </a:lnTo>
                  <a:lnTo>
                    <a:pt x="1128903" y="474472"/>
                  </a:lnTo>
                  <a:lnTo>
                    <a:pt x="1069467" y="459994"/>
                  </a:lnTo>
                  <a:lnTo>
                    <a:pt x="1013714" y="443738"/>
                  </a:lnTo>
                  <a:lnTo>
                    <a:pt x="962151" y="425958"/>
                  </a:lnTo>
                  <a:lnTo>
                    <a:pt x="915416" y="407035"/>
                  </a:lnTo>
                  <a:lnTo>
                    <a:pt x="874014" y="386969"/>
                  </a:lnTo>
                  <a:lnTo>
                    <a:pt x="838707" y="366268"/>
                  </a:lnTo>
                  <a:lnTo>
                    <a:pt x="798195" y="334518"/>
                  </a:lnTo>
                  <a:lnTo>
                    <a:pt x="774446" y="304673"/>
                  </a:lnTo>
                  <a:lnTo>
                    <a:pt x="770402" y="295402"/>
                  </a:lnTo>
                  <a:lnTo>
                    <a:pt x="770127" y="295402"/>
                  </a:lnTo>
                  <a:lnTo>
                    <a:pt x="769710" y="293816"/>
                  </a:lnTo>
                  <a:lnTo>
                    <a:pt x="769408" y="293243"/>
                  </a:lnTo>
                  <a:lnTo>
                    <a:pt x="769239" y="292735"/>
                  </a:lnTo>
                  <a:lnTo>
                    <a:pt x="769426" y="292735"/>
                  </a:lnTo>
                  <a:lnTo>
                    <a:pt x="767821" y="286639"/>
                  </a:lnTo>
                  <a:lnTo>
                    <a:pt x="767461" y="286639"/>
                  </a:lnTo>
                  <a:lnTo>
                    <a:pt x="766952" y="283337"/>
                  </a:lnTo>
                  <a:lnTo>
                    <a:pt x="767185" y="283337"/>
                  </a:lnTo>
                  <a:lnTo>
                    <a:pt x="766445" y="274447"/>
                  </a:lnTo>
                  <a:lnTo>
                    <a:pt x="765927" y="268986"/>
                  </a:lnTo>
                  <a:lnTo>
                    <a:pt x="727964" y="268986"/>
                  </a:lnTo>
                  <a:lnTo>
                    <a:pt x="727536" y="266933"/>
                  </a:lnTo>
                  <a:lnTo>
                    <a:pt x="765733" y="266933"/>
                  </a:lnTo>
                  <a:lnTo>
                    <a:pt x="765638" y="265938"/>
                  </a:lnTo>
                  <a:close/>
                </a:path>
                <a:path w="1494790" h="586739">
                  <a:moveTo>
                    <a:pt x="769710" y="293816"/>
                  </a:moveTo>
                  <a:lnTo>
                    <a:pt x="770127" y="295402"/>
                  </a:lnTo>
                  <a:lnTo>
                    <a:pt x="770402" y="295402"/>
                  </a:lnTo>
                  <a:lnTo>
                    <a:pt x="769710" y="293816"/>
                  </a:lnTo>
                  <a:close/>
                </a:path>
                <a:path w="1494790" h="586739">
                  <a:moveTo>
                    <a:pt x="769239" y="292735"/>
                  </a:moveTo>
                  <a:lnTo>
                    <a:pt x="769599" y="293816"/>
                  </a:lnTo>
                  <a:lnTo>
                    <a:pt x="769559" y="293243"/>
                  </a:lnTo>
                  <a:lnTo>
                    <a:pt x="769239" y="292735"/>
                  </a:lnTo>
                  <a:close/>
                </a:path>
                <a:path w="1494790" h="586739">
                  <a:moveTo>
                    <a:pt x="769426" y="292735"/>
                  </a:moveTo>
                  <a:lnTo>
                    <a:pt x="769239" y="292735"/>
                  </a:lnTo>
                  <a:lnTo>
                    <a:pt x="769460" y="293243"/>
                  </a:lnTo>
                  <a:lnTo>
                    <a:pt x="769426" y="292735"/>
                  </a:lnTo>
                  <a:close/>
                </a:path>
                <a:path w="1494790" h="586739">
                  <a:moveTo>
                    <a:pt x="766952" y="283337"/>
                  </a:moveTo>
                  <a:lnTo>
                    <a:pt x="767461" y="286639"/>
                  </a:lnTo>
                  <a:lnTo>
                    <a:pt x="767293" y="284631"/>
                  </a:lnTo>
                  <a:lnTo>
                    <a:pt x="766952" y="283337"/>
                  </a:lnTo>
                  <a:close/>
                </a:path>
                <a:path w="1494790" h="586739">
                  <a:moveTo>
                    <a:pt x="767293" y="284631"/>
                  </a:moveTo>
                  <a:lnTo>
                    <a:pt x="767461" y="286639"/>
                  </a:lnTo>
                  <a:lnTo>
                    <a:pt x="767821" y="286639"/>
                  </a:lnTo>
                  <a:lnTo>
                    <a:pt x="767293" y="284631"/>
                  </a:lnTo>
                  <a:close/>
                </a:path>
                <a:path w="1494790" h="586739">
                  <a:moveTo>
                    <a:pt x="767185" y="283337"/>
                  </a:moveTo>
                  <a:lnTo>
                    <a:pt x="766952" y="283337"/>
                  </a:lnTo>
                  <a:lnTo>
                    <a:pt x="767293" y="284631"/>
                  </a:lnTo>
                  <a:lnTo>
                    <a:pt x="767185" y="283337"/>
                  </a:lnTo>
                  <a:close/>
                </a:path>
                <a:path w="1494790" h="586739">
                  <a:moveTo>
                    <a:pt x="764149" y="256921"/>
                  </a:moveTo>
                  <a:lnTo>
                    <a:pt x="724789" y="256921"/>
                  </a:lnTo>
                  <a:lnTo>
                    <a:pt x="725056" y="257937"/>
                  </a:lnTo>
                  <a:lnTo>
                    <a:pt x="725804" y="259715"/>
                  </a:lnTo>
                  <a:lnTo>
                    <a:pt x="725524" y="259715"/>
                  </a:lnTo>
                  <a:lnTo>
                    <a:pt x="727423" y="266933"/>
                  </a:lnTo>
                  <a:lnTo>
                    <a:pt x="727328" y="265938"/>
                  </a:lnTo>
                  <a:lnTo>
                    <a:pt x="765638" y="265938"/>
                  </a:lnTo>
                  <a:lnTo>
                    <a:pt x="765301" y="262382"/>
                  </a:lnTo>
                  <a:lnTo>
                    <a:pt x="765175" y="261366"/>
                  </a:lnTo>
                  <a:lnTo>
                    <a:pt x="765048" y="260350"/>
                  </a:lnTo>
                  <a:lnTo>
                    <a:pt x="764881" y="259715"/>
                  </a:lnTo>
                  <a:lnTo>
                    <a:pt x="725804" y="259715"/>
                  </a:lnTo>
                  <a:lnTo>
                    <a:pt x="725158" y="257937"/>
                  </a:lnTo>
                  <a:lnTo>
                    <a:pt x="764415" y="257937"/>
                  </a:lnTo>
                  <a:lnTo>
                    <a:pt x="764149" y="256921"/>
                  </a:lnTo>
                  <a:close/>
                </a:path>
                <a:path w="1494790" h="586739">
                  <a:moveTo>
                    <a:pt x="507" y="0"/>
                  </a:moveTo>
                  <a:lnTo>
                    <a:pt x="463" y="3302"/>
                  </a:lnTo>
                  <a:lnTo>
                    <a:pt x="336" y="12827"/>
                  </a:lnTo>
                  <a:lnTo>
                    <a:pt x="209" y="22352"/>
                  </a:lnTo>
                  <a:lnTo>
                    <a:pt x="135" y="27940"/>
                  </a:lnTo>
                  <a:lnTo>
                    <a:pt x="54" y="34036"/>
                  </a:lnTo>
                  <a:lnTo>
                    <a:pt x="0" y="38100"/>
                  </a:lnTo>
                  <a:lnTo>
                    <a:pt x="35051" y="38481"/>
                  </a:lnTo>
                  <a:lnTo>
                    <a:pt x="104013" y="41275"/>
                  </a:lnTo>
                  <a:lnTo>
                    <a:pt x="172212" y="46990"/>
                  </a:lnTo>
                  <a:lnTo>
                    <a:pt x="239014" y="55118"/>
                  </a:lnTo>
                  <a:lnTo>
                    <a:pt x="304038" y="65405"/>
                  </a:lnTo>
                  <a:lnTo>
                    <a:pt x="366395" y="78105"/>
                  </a:lnTo>
                  <a:lnTo>
                    <a:pt x="425830" y="92583"/>
                  </a:lnTo>
                  <a:lnTo>
                    <a:pt x="481583" y="108839"/>
                  </a:lnTo>
                  <a:lnTo>
                    <a:pt x="533273" y="126619"/>
                  </a:lnTo>
                  <a:lnTo>
                    <a:pt x="580136" y="145669"/>
                  </a:lnTo>
                  <a:lnTo>
                    <a:pt x="621538" y="165862"/>
                  </a:lnTo>
                  <a:lnTo>
                    <a:pt x="657098" y="186817"/>
                  </a:lnTo>
                  <a:lnTo>
                    <a:pt x="697738" y="218821"/>
                  </a:lnTo>
                  <a:lnTo>
                    <a:pt x="721741" y="250063"/>
                  </a:lnTo>
                  <a:lnTo>
                    <a:pt x="725056" y="257937"/>
                  </a:lnTo>
                  <a:lnTo>
                    <a:pt x="724789" y="256921"/>
                  </a:lnTo>
                  <a:lnTo>
                    <a:pt x="764149" y="256921"/>
                  </a:lnTo>
                  <a:lnTo>
                    <a:pt x="761619" y="247269"/>
                  </a:lnTo>
                  <a:lnTo>
                    <a:pt x="761365" y="246380"/>
                  </a:lnTo>
                  <a:lnTo>
                    <a:pt x="761111" y="245364"/>
                  </a:lnTo>
                  <a:lnTo>
                    <a:pt x="760602" y="244475"/>
                  </a:lnTo>
                  <a:lnTo>
                    <a:pt x="754252" y="230251"/>
                  </a:lnTo>
                  <a:lnTo>
                    <a:pt x="745744" y="216535"/>
                  </a:lnTo>
                  <a:lnTo>
                    <a:pt x="709549" y="178181"/>
                  </a:lnTo>
                  <a:lnTo>
                    <a:pt x="677164" y="154432"/>
                  </a:lnTo>
                  <a:lnTo>
                    <a:pt x="638937" y="131953"/>
                  </a:lnTo>
                  <a:lnTo>
                    <a:pt x="594995" y="110617"/>
                  </a:lnTo>
                  <a:lnTo>
                    <a:pt x="546226" y="90805"/>
                  </a:lnTo>
                  <a:lnTo>
                    <a:pt x="492759" y="72390"/>
                  </a:lnTo>
                  <a:lnTo>
                    <a:pt x="435355" y="55626"/>
                  </a:lnTo>
                  <a:lnTo>
                    <a:pt x="374396" y="40767"/>
                  </a:lnTo>
                  <a:lnTo>
                    <a:pt x="310388" y="27940"/>
                  </a:lnTo>
                  <a:lnTo>
                    <a:pt x="244094" y="17272"/>
                  </a:lnTo>
                  <a:lnTo>
                    <a:pt x="175768" y="9017"/>
                  </a:lnTo>
                  <a:lnTo>
                    <a:pt x="106045" y="3302"/>
                  </a:lnTo>
                  <a:lnTo>
                    <a:pt x="35559" y="38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071598" y="4991862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1566417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3" y="612648"/>
                  </a:lnTo>
                  <a:lnTo>
                    <a:pt x="1566417" y="612648"/>
                  </a:lnTo>
                  <a:lnTo>
                    <a:pt x="1590234" y="607833"/>
                  </a:lnTo>
                  <a:lnTo>
                    <a:pt x="1609693" y="594709"/>
                  </a:lnTo>
                  <a:lnTo>
                    <a:pt x="1622817" y="575250"/>
                  </a:lnTo>
                  <a:lnTo>
                    <a:pt x="1627632" y="551434"/>
                  </a:lnTo>
                  <a:lnTo>
                    <a:pt x="1627632" y="61213"/>
                  </a:lnTo>
                  <a:lnTo>
                    <a:pt x="1622817" y="37397"/>
                  </a:lnTo>
                  <a:lnTo>
                    <a:pt x="1609693" y="17938"/>
                  </a:lnTo>
                  <a:lnTo>
                    <a:pt x="1590234" y="4814"/>
                  </a:lnTo>
                  <a:lnTo>
                    <a:pt x="1566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71598" y="4991862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3" y="0"/>
                  </a:lnTo>
                  <a:lnTo>
                    <a:pt x="1566417" y="0"/>
                  </a:lnTo>
                  <a:lnTo>
                    <a:pt x="1590234" y="4814"/>
                  </a:lnTo>
                  <a:lnTo>
                    <a:pt x="1609693" y="17938"/>
                  </a:lnTo>
                  <a:lnTo>
                    <a:pt x="1622817" y="37397"/>
                  </a:lnTo>
                  <a:lnTo>
                    <a:pt x="1627632" y="61213"/>
                  </a:lnTo>
                  <a:lnTo>
                    <a:pt x="1627632" y="551434"/>
                  </a:lnTo>
                  <a:lnTo>
                    <a:pt x="1622817" y="575250"/>
                  </a:lnTo>
                  <a:lnTo>
                    <a:pt x="1609693" y="594709"/>
                  </a:lnTo>
                  <a:lnTo>
                    <a:pt x="1590234" y="607833"/>
                  </a:lnTo>
                  <a:lnTo>
                    <a:pt x="1566417" y="612648"/>
                  </a:lnTo>
                  <a:lnTo>
                    <a:pt x="61213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84696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3)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Determine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city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highest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30" dirty="0">
                <a:latin typeface="Calibri"/>
                <a:cs typeface="Calibri"/>
              </a:rPr>
              <a:t>VAT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percentage.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04388" y="5047869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100" y="2586215"/>
            <a:ext cx="18243803" cy="7447788"/>
            <a:chOff x="38100" y="2586215"/>
            <a:chExt cx="18243803" cy="7447788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" y="2586215"/>
              <a:ext cx="11908536" cy="74477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80947" y="5533644"/>
              <a:ext cx="4600956" cy="16657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76019" y="5728716"/>
              <a:ext cx="4030980" cy="1095755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62728A-0FD2-C3DE-1F2D-563D46C990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960114"/>
            <a:ext cx="11023091" cy="66029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459" dirty="0">
                <a:latin typeface="Calibri"/>
                <a:cs typeface="Calibri"/>
              </a:rPr>
              <a:t>4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6086" y="478726"/>
            <a:ext cx="777875" cy="764540"/>
          </a:xfrm>
          <a:custGeom>
            <a:avLst/>
            <a:gdLst/>
            <a:ahLst/>
            <a:cxnLst/>
            <a:rect l="l" t="t" r="r" b="b"/>
            <a:pathLst>
              <a:path w="777875" h="764540">
                <a:moveTo>
                  <a:pt x="596633" y="564540"/>
                </a:moveTo>
                <a:lnTo>
                  <a:pt x="305130" y="449694"/>
                </a:lnTo>
                <a:lnTo>
                  <a:pt x="261696" y="442264"/>
                </a:lnTo>
                <a:lnTo>
                  <a:pt x="239750" y="444131"/>
                </a:lnTo>
                <a:lnTo>
                  <a:pt x="50228" y="508774"/>
                </a:lnTo>
                <a:lnTo>
                  <a:pt x="13677" y="536371"/>
                </a:lnTo>
                <a:lnTo>
                  <a:pt x="0" y="580161"/>
                </a:lnTo>
                <a:lnTo>
                  <a:pt x="0" y="713181"/>
                </a:lnTo>
                <a:lnTo>
                  <a:pt x="4064" y="733145"/>
                </a:lnTo>
                <a:lnTo>
                  <a:pt x="15062" y="749414"/>
                </a:lnTo>
                <a:lnTo>
                  <a:pt x="31343" y="760374"/>
                </a:lnTo>
                <a:lnTo>
                  <a:pt x="51244" y="764362"/>
                </a:lnTo>
                <a:lnTo>
                  <a:pt x="62636" y="763358"/>
                </a:lnTo>
                <a:lnTo>
                  <a:pt x="586346" y="578967"/>
                </a:lnTo>
                <a:lnTo>
                  <a:pt x="591718" y="575564"/>
                </a:lnTo>
                <a:lnTo>
                  <a:pt x="595249" y="570534"/>
                </a:lnTo>
                <a:lnTo>
                  <a:pt x="596633" y="564540"/>
                </a:lnTo>
                <a:close/>
              </a:path>
              <a:path w="777875" h="764540">
                <a:moveTo>
                  <a:pt x="777392" y="339013"/>
                </a:moveTo>
                <a:lnTo>
                  <a:pt x="755040" y="268617"/>
                </a:lnTo>
                <a:lnTo>
                  <a:pt x="696214" y="224142"/>
                </a:lnTo>
                <a:lnTo>
                  <a:pt x="68021" y="2794"/>
                </a:lnTo>
                <a:lnTo>
                  <a:pt x="47917" y="0"/>
                </a:lnTo>
                <a:lnTo>
                  <a:pt x="28956" y="4991"/>
                </a:lnTo>
                <a:lnTo>
                  <a:pt x="13246" y="16738"/>
                </a:lnTo>
                <a:lnTo>
                  <a:pt x="2870" y="34251"/>
                </a:lnTo>
                <a:lnTo>
                  <a:pt x="0" y="45453"/>
                </a:lnTo>
                <a:lnTo>
                  <a:pt x="0" y="184251"/>
                </a:lnTo>
                <a:lnTo>
                  <a:pt x="13741" y="228079"/>
                </a:lnTo>
                <a:lnTo>
                  <a:pt x="50380" y="255625"/>
                </a:lnTo>
                <a:lnTo>
                  <a:pt x="709371" y="487184"/>
                </a:lnTo>
                <a:lnTo>
                  <a:pt x="729488" y="489978"/>
                </a:lnTo>
                <a:lnTo>
                  <a:pt x="748449" y="484987"/>
                </a:lnTo>
                <a:lnTo>
                  <a:pt x="764159" y="473240"/>
                </a:lnTo>
                <a:lnTo>
                  <a:pt x="774522" y="455726"/>
                </a:lnTo>
                <a:lnTo>
                  <a:pt x="777328" y="444919"/>
                </a:lnTo>
                <a:lnTo>
                  <a:pt x="777392" y="3390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491" y="1906269"/>
            <a:ext cx="160585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4)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line,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column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indicating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"Good"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sales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above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average,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otherwise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“Bad”.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37092" y="3927602"/>
            <a:ext cx="6565265" cy="2917190"/>
            <a:chOff x="8737092" y="3927602"/>
            <a:chExt cx="6565265" cy="29171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7092" y="5954255"/>
              <a:ext cx="2161031" cy="8900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8748" y="5974080"/>
              <a:ext cx="1965960" cy="748030"/>
            </a:xfrm>
            <a:custGeom>
              <a:avLst/>
              <a:gdLst/>
              <a:ahLst/>
              <a:cxnLst/>
              <a:rect l="l" t="t" r="r" b="b"/>
              <a:pathLst>
                <a:path w="1965959" h="748029">
                  <a:moveTo>
                    <a:pt x="1852676" y="633222"/>
                  </a:moveTo>
                  <a:lnTo>
                    <a:pt x="1852015" y="657987"/>
                  </a:lnTo>
                  <a:lnTo>
                    <a:pt x="1851985" y="659130"/>
                  </a:lnTo>
                  <a:lnTo>
                    <a:pt x="1851886" y="662813"/>
                  </a:lnTo>
                  <a:lnTo>
                    <a:pt x="1851778" y="666877"/>
                  </a:lnTo>
                  <a:lnTo>
                    <a:pt x="1851666" y="671067"/>
                  </a:lnTo>
                  <a:lnTo>
                    <a:pt x="1870963" y="671830"/>
                  </a:lnTo>
                  <a:lnTo>
                    <a:pt x="1869511" y="708152"/>
                  </a:lnTo>
                  <a:lnTo>
                    <a:pt x="1869440" y="709930"/>
                  </a:lnTo>
                  <a:lnTo>
                    <a:pt x="1850630" y="709930"/>
                  </a:lnTo>
                  <a:lnTo>
                    <a:pt x="1849627" y="747522"/>
                  </a:lnTo>
                  <a:lnTo>
                    <a:pt x="1930106" y="709930"/>
                  </a:lnTo>
                  <a:lnTo>
                    <a:pt x="1869440" y="709930"/>
                  </a:lnTo>
                  <a:lnTo>
                    <a:pt x="1850651" y="709151"/>
                  </a:lnTo>
                  <a:lnTo>
                    <a:pt x="1931772" y="709151"/>
                  </a:lnTo>
                  <a:lnTo>
                    <a:pt x="1965452" y="693420"/>
                  </a:lnTo>
                  <a:lnTo>
                    <a:pt x="1852676" y="633222"/>
                  </a:lnTo>
                  <a:close/>
                </a:path>
                <a:path w="1965959" h="748029">
                  <a:moveTo>
                    <a:pt x="1851666" y="671067"/>
                  </a:moveTo>
                  <a:lnTo>
                    <a:pt x="1850874" y="700786"/>
                  </a:lnTo>
                  <a:lnTo>
                    <a:pt x="1850765" y="704850"/>
                  </a:lnTo>
                  <a:lnTo>
                    <a:pt x="1850651" y="709151"/>
                  </a:lnTo>
                  <a:lnTo>
                    <a:pt x="1869440" y="709930"/>
                  </a:lnTo>
                  <a:lnTo>
                    <a:pt x="1870963" y="671830"/>
                  </a:lnTo>
                  <a:lnTo>
                    <a:pt x="1851666" y="671067"/>
                  </a:lnTo>
                  <a:close/>
                </a:path>
                <a:path w="1965959" h="748029">
                  <a:moveTo>
                    <a:pt x="507" y="0"/>
                  </a:moveTo>
                  <a:lnTo>
                    <a:pt x="406" y="7620"/>
                  </a:lnTo>
                  <a:lnTo>
                    <a:pt x="284" y="16764"/>
                  </a:lnTo>
                  <a:lnTo>
                    <a:pt x="206" y="22606"/>
                  </a:lnTo>
                  <a:lnTo>
                    <a:pt x="118" y="29210"/>
                  </a:lnTo>
                  <a:lnTo>
                    <a:pt x="0" y="38100"/>
                  </a:lnTo>
                  <a:lnTo>
                    <a:pt x="46100" y="38608"/>
                  </a:lnTo>
                  <a:lnTo>
                    <a:pt x="91694" y="40005"/>
                  </a:lnTo>
                  <a:lnTo>
                    <a:pt x="137032" y="42418"/>
                  </a:lnTo>
                  <a:lnTo>
                    <a:pt x="182245" y="45720"/>
                  </a:lnTo>
                  <a:lnTo>
                    <a:pt x="227075" y="49784"/>
                  </a:lnTo>
                  <a:lnTo>
                    <a:pt x="271272" y="54610"/>
                  </a:lnTo>
                  <a:lnTo>
                    <a:pt x="315086" y="60452"/>
                  </a:lnTo>
                  <a:lnTo>
                    <a:pt x="358394" y="66802"/>
                  </a:lnTo>
                  <a:lnTo>
                    <a:pt x="400684" y="74168"/>
                  </a:lnTo>
                  <a:lnTo>
                    <a:pt x="442341" y="82042"/>
                  </a:lnTo>
                  <a:lnTo>
                    <a:pt x="483107" y="90678"/>
                  </a:lnTo>
                  <a:lnTo>
                    <a:pt x="522858" y="99949"/>
                  </a:lnTo>
                  <a:lnTo>
                    <a:pt x="561594" y="109728"/>
                  </a:lnTo>
                  <a:lnTo>
                    <a:pt x="598931" y="120142"/>
                  </a:lnTo>
                  <a:lnTo>
                    <a:pt x="670051" y="142621"/>
                  </a:lnTo>
                  <a:lnTo>
                    <a:pt x="735202" y="166878"/>
                  </a:lnTo>
                  <a:lnTo>
                    <a:pt x="793623" y="192786"/>
                  </a:lnTo>
                  <a:lnTo>
                    <a:pt x="844803" y="219964"/>
                  </a:lnTo>
                  <a:lnTo>
                    <a:pt x="887729" y="248158"/>
                  </a:lnTo>
                  <a:lnTo>
                    <a:pt x="921511" y="276606"/>
                  </a:lnTo>
                  <a:lnTo>
                    <a:pt x="949959" y="311658"/>
                  </a:lnTo>
                  <a:lnTo>
                    <a:pt x="963802" y="350900"/>
                  </a:lnTo>
                  <a:lnTo>
                    <a:pt x="963985" y="355473"/>
                  </a:lnTo>
                  <a:lnTo>
                    <a:pt x="964351" y="363347"/>
                  </a:lnTo>
                  <a:lnTo>
                    <a:pt x="974090" y="402844"/>
                  </a:lnTo>
                  <a:lnTo>
                    <a:pt x="995426" y="438277"/>
                  </a:lnTo>
                  <a:lnTo>
                    <a:pt x="1026668" y="471550"/>
                  </a:lnTo>
                  <a:lnTo>
                    <a:pt x="1077849" y="510413"/>
                  </a:lnTo>
                  <a:lnTo>
                    <a:pt x="1128013" y="539877"/>
                  </a:lnTo>
                  <a:lnTo>
                    <a:pt x="1185418" y="567690"/>
                  </a:lnTo>
                  <a:lnTo>
                    <a:pt x="1249426" y="593852"/>
                  </a:lnTo>
                  <a:lnTo>
                    <a:pt x="1319402" y="617855"/>
                  </a:lnTo>
                  <a:lnTo>
                    <a:pt x="1356359" y="629031"/>
                  </a:lnTo>
                  <a:lnTo>
                    <a:pt x="1394841" y="639699"/>
                  </a:lnTo>
                  <a:lnTo>
                    <a:pt x="1434083" y="649732"/>
                  </a:lnTo>
                  <a:lnTo>
                    <a:pt x="1474597" y="659130"/>
                  </a:lnTo>
                  <a:lnTo>
                    <a:pt x="1516126" y="667893"/>
                  </a:lnTo>
                  <a:lnTo>
                    <a:pt x="1558544" y="675894"/>
                  </a:lnTo>
                  <a:lnTo>
                    <a:pt x="1601597" y="683260"/>
                  </a:lnTo>
                  <a:lnTo>
                    <a:pt x="1645538" y="689864"/>
                  </a:lnTo>
                  <a:lnTo>
                    <a:pt x="1689988" y="695706"/>
                  </a:lnTo>
                  <a:lnTo>
                    <a:pt x="1735074" y="700786"/>
                  </a:lnTo>
                  <a:lnTo>
                    <a:pt x="1780540" y="704850"/>
                  </a:lnTo>
                  <a:lnTo>
                    <a:pt x="1826513" y="708152"/>
                  </a:lnTo>
                  <a:lnTo>
                    <a:pt x="1850651" y="709151"/>
                  </a:lnTo>
                  <a:lnTo>
                    <a:pt x="1851538" y="675894"/>
                  </a:lnTo>
                  <a:lnTo>
                    <a:pt x="1851646" y="671830"/>
                  </a:lnTo>
                  <a:lnTo>
                    <a:pt x="1851666" y="671067"/>
                  </a:lnTo>
                  <a:lnTo>
                    <a:pt x="1829180" y="670179"/>
                  </a:lnTo>
                  <a:lnTo>
                    <a:pt x="1783969" y="666877"/>
                  </a:lnTo>
                  <a:lnTo>
                    <a:pt x="1739265" y="662813"/>
                  </a:lnTo>
                  <a:lnTo>
                    <a:pt x="1694942" y="657987"/>
                  </a:lnTo>
                  <a:lnTo>
                    <a:pt x="1651253" y="652145"/>
                  </a:lnTo>
                  <a:lnTo>
                    <a:pt x="1608074" y="645668"/>
                  </a:lnTo>
                  <a:lnTo>
                    <a:pt x="1565655" y="638556"/>
                  </a:lnTo>
                  <a:lnTo>
                    <a:pt x="1524000" y="630555"/>
                  </a:lnTo>
                  <a:lnTo>
                    <a:pt x="1483232" y="622046"/>
                  </a:lnTo>
                  <a:lnTo>
                    <a:pt x="1443481" y="612775"/>
                  </a:lnTo>
                  <a:lnTo>
                    <a:pt x="1404874" y="602996"/>
                  </a:lnTo>
                  <a:lnTo>
                    <a:pt x="1367535" y="592582"/>
                  </a:lnTo>
                  <a:lnTo>
                    <a:pt x="1296543" y="570230"/>
                  </a:lnTo>
                  <a:lnTo>
                    <a:pt x="1231519" y="545973"/>
                  </a:lnTo>
                  <a:lnTo>
                    <a:pt x="1173099" y="520192"/>
                  </a:lnTo>
                  <a:lnTo>
                    <a:pt x="1122045" y="493014"/>
                  </a:lnTo>
                  <a:lnTo>
                    <a:pt x="1079246" y="465200"/>
                  </a:lnTo>
                  <a:lnTo>
                    <a:pt x="1045209" y="436625"/>
                  </a:lnTo>
                  <a:lnTo>
                    <a:pt x="1016634" y="402082"/>
                  </a:lnTo>
                  <a:lnTo>
                    <a:pt x="1002410" y="363347"/>
                  </a:lnTo>
                  <a:lnTo>
                    <a:pt x="1002116" y="357250"/>
                  </a:lnTo>
                  <a:lnTo>
                    <a:pt x="1001522" y="345948"/>
                  </a:lnTo>
                  <a:lnTo>
                    <a:pt x="991361" y="308483"/>
                  </a:lnTo>
                  <a:lnTo>
                    <a:pt x="970026" y="273558"/>
                  </a:lnTo>
                  <a:lnTo>
                    <a:pt x="938783" y="240537"/>
                  </a:lnTo>
                  <a:lnTo>
                    <a:pt x="887349" y="201675"/>
                  </a:lnTo>
                  <a:lnTo>
                    <a:pt x="837437" y="172212"/>
                  </a:lnTo>
                  <a:lnTo>
                    <a:pt x="780160" y="144525"/>
                  </a:lnTo>
                  <a:lnTo>
                    <a:pt x="716152" y="118618"/>
                  </a:lnTo>
                  <a:lnTo>
                    <a:pt x="646176" y="94615"/>
                  </a:lnTo>
                  <a:lnTo>
                    <a:pt x="609219" y="83439"/>
                  </a:lnTo>
                  <a:lnTo>
                    <a:pt x="570865" y="72771"/>
                  </a:lnTo>
                  <a:lnTo>
                    <a:pt x="531495" y="62737"/>
                  </a:lnTo>
                  <a:lnTo>
                    <a:pt x="490981" y="53340"/>
                  </a:lnTo>
                  <a:lnTo>
                    <a:pt x="449452" y="44577"/>
                  </a:lnTo>
                  <a:lnTo>
                    <a:pt x="407161" y="36575"/>
                  </a:lnTo>
                  <a:lnTo>
                    <a:pt x="363981" y="29210"/>
                  </a:lnTo>
                  <a:lnTo>
                    <a:pt x="320167" y="22606"/>
                  </a:lnTo>
                  <a:lnTo>
                    <a:pt x="275590" y="16764"/>
                  </a:lnTo>
                  <a:lnTo>
                    <a:pt x="230504" y="11811"/>
                  </a:lnTo>
                  <a:lnTo>
                    <a:pt x="185038" y="7620"/>
                  </a:lnTo>
                  <a:lnTo>
                    <a:pt x="139065" y="4318"/>
                  </a:lnTo>
                  <a:lnTo>
                    <a:pt x="92836" y="1905"/>
                  </a:lnTo>
                  <a:lnTo>
                    <a:pt x="46481" y="508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60374" y="3940302"/>
              <a:ext cx="1629410" cy="612775"/>
            </a:xfrm>
            <a:custGeom>
              <a:avLst/>
              <a:gdLst/>
              <a:ahLst/>
              <a:cxnLst/>
              <a:rect l="l" t="t" r="r" b="b"/>
              <a:pathLst>
                <a:path w="1629409" h="612775">
                  <a:moveTo>
                    <a:pt x="1567942" y="0"/>
                  </a:moveTo>
                  <a:lnTo>
                    <a:pt x="61214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4" y="612648"/>
                  </a:lnTo>
                  <a:lnTo>
                    <a:pt x="1567942" y="612648"/>
                  </a:lnTo>
                  <a:lnTo>
                    <a:pt x="1591758" y="607833"/>
                  </a:lnTo>
                  <a:lnTo>
                    <a:pt x="1611217" y="594709"/>
                  </a:lnTo>
                  <a:lnTo>
                    <a:pt x="1624341" y="575250"/>
                  </a:lnTo>
                  <a:lnTo>
                    <a:pt x="1629156" y="551434"/>
                  </a:lnTo>
                  <a:lnTo>
                    <a:pt x="1629156" y="61213"/>
                  </a:lnTo>
                  <a:lnTo>
                    <a:pt x="1624341" y="37397"/>
                  </a:lnTo>
                  <a:lnTo>
                    <a:pt x="1611217" y="17938"/>
                  </a:lnTo>
                  <a:lnTo>
                    <a:pt x="1591758" y="4814"/>
                  </a:lnTo>
                  <a:lnTo>
                    <a:pt x="15679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660374" y="3940302"/>
              <a:ext cx="1629410" cy="612775"/>
            </a:xfrm>
            <a:custGeom>
              <a:avLst/>
              <a:gdLst/>
              <a:ahLst/>
              <a:cxnLst/>
              <a:rect l="l" t="t" r="r" b="b"/>
              <a:pathLst>
                <a:path w="1629409" h="612775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4" y="0"/>
                  </a:lnTo>
                  <a:lnTo>
                    <a:pt x="1567942" y="0"/>
                  </a:lnTo>
                  <a:lnTo>
                    <a:pt x="1591758" y="4814"/>
                  </a:lnTo>
                  <a:lnTo>
                    <a:pt x="1611217" y="17938"/>
                  </a:lnTo>
                  <a:lnTo>
                    <a:pt x="1624341" y="37397"/>
                  </a:lnTo>
                  <a:lnTo>
                    <a:pt x="1629156" y="61213"/>
                  </a:lnTo>
                  <a:lnTo>
                    <a:pt x="1629156" y="551434"/>
                  </a:lnTo>
                  <a:lnTo>
                    <a:pt x="1624341" y="575250"/>
                  </a:lnTo>
                  <a:lnTo>
                    <a:pt x="1611217" y="594709"/>
                  </a:lnTo>
                  <a:lnTo>
                    <a:pt x="1591758" y="607833"/>
                  </a:lnTo>
                  <a:lnTo>
                    <a:pt x="1567942" y="612648"/>
                  </a:lnTo>
                  <a:lnTo>
                    <a:pt x="61214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893545" y="3996308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3923" y="2414011"/>
            <a:ext cx="18134077" cy="7872988"/>
            <a:chOff x="153923" y="2414011"/>
            <a:chExt cx="18134077" cy="7872988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923" y="2414011"/>
              <a:ext cx="8596883" cy="78729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12780" y="4511039"/>
              <a:ext cx="7475220" cy="36592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07852" y="4706111"/>
              <a:ext cx="6931152" cy="3089148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0F6860F-E0FF-0AAC-CA92-E9E72532AF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510" y="2781300"/>
            <a:ext cx="9198090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1080" dirty="0">
                <a:latin typeface="Calibri"/>
                <a:cs typeface="Calibri"/>
              </a:rPr>
              <a:t>5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4544675" cy="6235065"/>
            <a:chOff x="1046090" y="478717"/>
            <a:chExt cx="14544675" cy="6235065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96043" y="5952731"/>
              <a:ext cx="1912620" cy="7604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537827" y="5972556"/>
              <a:ext cx="1717675" cy="618490"/>
            </a:xfrm>
            <a:custGeom>
              <a:avLst/>
              <a:gdLst/>
              <a:ahLst/>
              <a:cxnLst/>
              <a:rect l="l" t="t" r="r" b="b"/>
              <a:pathLst>
                <a:path w="1717675" h="618490">
                  <a:moveTo>
                    <a:pt x="1604645" y="503682"/>
                  </a:moveTo>
                  <a:lnTo>
                    <a:pt x="1603861" y="531876"/>
                  </a:lnTo>
                  <a:lnTo>
                    <a:pt x="1603752" y="535813"/>
                  </a:lnTo>
                  <a:lnTo>
                    <a:pt x="1603660" y="539115"/>
                  </a:lnTo>
                  <a:lnTo>
                    <a:pt x="1603587" y="541750"/>
                  </a:lnTo>
                  <a:lnTo>
                    <a:pt x="1622678" y="542290"/>
                  </a:lnTo>
                  <a:lnTo>
                    <a:pt x="1621859" y="569595"/>
                  </a:lnTo>
                  <a:lnTo>
                    <a:pt x="1621737" y="573659"/>
                  </a:lnTo>
                  <a:lnTo>
                    <a:pt x="1621635" y="577088"/>
                  </a:lnTo>
                  <a:lnTo>
                    <a:pt x="1621536" y="580390"/>
                  </a:lnTo>
                  <a:lnTo>
                    <a:pt x="1602514" y="580390"/>
                  </a:lnTo>
                  <a:lnTo>
                    <a:pt x="1601470" y="617982"/>
                  </a:lnTo>
                  <a:lnTo>
                    <a:pt x="1682138" y="580390"/>
                  </a:lnTo>
                  <a:lnTo>
                    <a:pt x="1621536" y="580390"/>
                  </a:lnTo>
                  <a:lnTo>
                    <a:pt x="1602531" y="579780"/>
                  </a:lnTo>
                  <a:lnTo>
                    <a:pt x="1683446" y="579780"/>
                  </a:lnTo>
                  <a:lnTo>
                    <a:pt x="1717294" y="564007"/>
                  </a:lnTo>
                  <a:lnTo>
                    <a:pt x="1604645" y="503682"/>
                  </a:lnTo>
                  <a:close/>
                </a:path>
                <a:path w="1717675" h="618490">
                  <a:moveTo>
                    <a:pt x="1603587" y="541750"/>
                  </a:moveTo>
                  <a:lnTo>
                    <a:pt x="1602814" y="569595"/>
                  </a:lnTo>
                  <a:lnTo>
                    <a:pt x="1602701" y="573659"/>
                  </a:lnTo>
                  <a:lnTo>
                    <a:pt x="1602605" y="577088"/>
                  </a:lnTo>
                  <a:lnTo>
                    <a:pt x="1602531" y="579780"/>
                  </a:lnTo>
                  <a:lnTo>
                    <a:pt x="1621536" y="580390"/>
                  </a:lnTo>
                  <a:lnTo>
                    <a:pt x="1622678" y="542290"/>
                  </a:lnTo>
                  <a:lnTo>
                    <a:pt x="1603587" y="541750"/>
                  </a:lnTo>
                  <a:close/>
                </a:path>
                <a:path w="1717675" h="618490">
                  <a:moveTo>
                    <a:pt x="253" y="0"/>
                  </a:moveTo>
                  <a:lnTo>
                    <a:pt x="213" y="6096"/>
                  </a:lnTo>
                  <a:lnTo>
                    <a:pt x="96" y="23622"/>
                  </a:lnTo>
                  <a:lnTo>
                    <a:pt x="0" y="38100"/>
                  </a:lnTo>
                  <a:lnTo>
                    <a:pt x="40894" y="38481"/>
                  </a:lnTo>
                  <a:lnTo>
                    <a:pt x="81406" y="39624"/>
                  </a:lnTo>
                  <a:lnTo>
                    <a:pt x="121666" y="41656"/>
                  </a:lnTo>
                  <a:lnTo>
                    <a:pt x="161798" y="44196"/>
                  </a:lnTo>
                  <a:lnTo>
                    <a:pt x="201675" y="47498"/>
                  </a:lnTo>
                  <a:lnTo>
                    <a:pt x="240919" y="51562"/>
                  </a:lnTo>
                  <a:lnTo>
                    <a:pt x="279907" y="56134"/>
                  </a:lnTo>
                  <a:lnTo>
                    <a:pt x="318262" y="61341"/>
                  </a:lnTo>
                  <a:lnTo>
                    <a:pt x="355980" y="67183"/>
                  </a:lnTo>
                  <a:lnTo>
                    <a:pt x="429132" y="80518"/>
                  </a:lnTo>
                  <a:lnTo>
                    <a:pt x="498855" y="96012"/>
                  </a:lnTo>
                  <a:lnTo>
                    <a:pt x="564133" y="113284"/>
                  </a:lnTo>
                  <a:lnTo>
                    <a:pt x="624840" y="132207"/>
                  </a:lnTo>
                  <a:lnTo>
                    <a:pt x="679703" y="152400"/>
                  </a:lnTo>
                  <a:lnTo>
                    <a:pt x="728472" y="173990"/>
                  </a:lnTo>
                  <a:lnTo>
                    <a:pt x="770254" y="196342"/>
                  </a:lnTo>
                  <a:lnTo>
                    <a:pt x="804418" y="219202"/>
                  </a:lnTo>
                  <a:lnTo>
                    <a:pt x="839470" y="253238"/>
                  </a:lnTo>
                  <a:lnTo>
                    <a:pt x="854459" y="290576"/>
                  </a:lnTo>
                  <a:lnTo>
                    <a:pt x="854582" y="292862"/>
                  </a:lnTo>
                  <a:lnTo>
                    <a:pt x="863473" y="330962"/>
                  </a:lnTo>
                  <a:lnTo>
                    <a:pt x="888238" y="367284"/>
                  </a:lnTo>
                  <a:lnTo>
                    <a:pt x="917448" y="394335"/>
                  </a:lnTo>
                  <a:lnTo>
                    <a:pt x="953897" y="419735"/>
                  </a:lnTo>
                  <a:lnTo>
                    <a:pt x="997076" y="443611"/>
                  </a:lnTo>
                  <a:lnTo>
                    <a:pt x="1046479" y="466217"/>
                  </a:lnTo>
                  <a:lnTo>
                    <a:pt x="1101725" y="487299"/>
                  </a:lnTo>
                  <a:lnTo>
                    <a:pt x="1161923" y="506730"/>
                  </a:lnTo>
                  <a:lnTo>
                    <a:pt x="1226693" y="524383"/>
                  </a:lnTo>
                  <a:lnTo>
                    <a:pt x="1295400" y="540258"/>
                  </a:lnTo>
                  <a:lnTo>
                    <a:pt x="1367408" y="553720"/>
                  </a:lnTo>
                  <a:lnTo>
                    <a:pt x="1442212" y="564896"/>
                  </a:lnTo>
                  <a:lnTo>
                    <a:pt x="1480439" y="569595"/>
                  </a:lnTo>
                  <a:lnTo>
                    <a:pt x="1519174" y="573659"/>
                  </a:lnTo>
                  <a:lnTo>
                    <a:pt x="1558290" y="577088"/>
                  </a:lnTo>
                  <a:lnTo>
                    <a:pt x="1597787" y="579628"/>
                  </a:lnTo>
                  <a:lnTo>
                    <a:pt x="1602531" y="579780"/>
                  </a:lnTo>
                  <a:lnTo>
                    <a:pt x="1603572" y="542290"/>
                  </a:lnTo>
                  <a:lnTo>
                    <a:pt x="1603587" y="541750"/>
                  </a:lnTo>
                  <a:lnTo>
                    <a:pt x="1601654" y="541750"/>
                  </a:lnTo>
                  <a:lnTo>
                    <a:pt x="1561592" y="539115"/>
                  </a:lnTo>
                  <a:lnTo>
                    <a:pt x="1523111" y="535813"/>
                  </a:lnTo>
                  <a:lnTo>
                    <a:pt x="1485138" y="531876"/>
                  </a:lnTo>
                  <a:lnTo>
                    <a:pt x="1410462" y="521970"/>
                  </a:lnTo>
                  <a:lnTo>
                    <a:pt x="1338326" y="509905"/>
                  </a:lnTo>
                  <a:lnTo>
                    <a:pt x="1269492" y="495554"/>
                  </a:lnTo>
                  <a:lnTo>
                    <a:pt x="1204214" y="479171"/>
                  </a:lnTo>
                  <a:lnTo>
                    <a:pt x="1143380" y="461137"/>
                  </a:lnTo>
                  <a:lnTo>
                    <a:pt x="1087627" y="441579"/>
                  </a:lnTo>
                  <a:lnTo>
                    <a:pt x="1037463" y="420751"/>
                  </a:lnTo>
                  <a:lnTo>
                    <a:pt x="993901" y="398907"/>
                  </a:lnTo>
                  <a:lnTo>
                    <a:pt x="957326" y="376555"/>
                  </a:lnTo>
                  <a:lnTo>
                    <a:pt x="917575" y="343027"/>
                  </a:lnTo>
                  <a:lnTo>
                    <a:pt x="896493" y="311277"/>
                  </a:lnTo>
                  <a:lnTo>
                    <a:pt x="892555" y="290576"/>
                  </a:lnTo>
                  <a:lnTo>
                    <a:pt x="892104" y="283464"/>
                  </a:lnTo>
                  <a:lnTo>
                    <a:pt x="878458" y="243205"/>
                  </a:lnTo>
                  <a:lnTo>
                    <a:pt x="842391" y="201168"/>
                  </a:lnTo>
                  <a:lnTo>
                    <a:pt x="808736" y="175514"/>
                  </a:lnTo>
                  <a:lnTo>
                    <a:pt x="767588" y="151130"/>
                  </a:lnTo>
                  <a:lnTo>
                    <a:pt x="719708" y="128016"/>
                  </a:lnTo>
                  <a:lnTo>
                    <a:pt x="665733" y="106299"/>
                  </a:lnTo>
                  <a:lnTo>
                    <a:pt x="606044" y="86106"/>
                  </a:lnTo>
                  <a:lnTo>
                    <a:pt x="541401" y="67437"/>
                  </a:lnTo>
                  <a:lnTo>
                    <a:pt x="472313" y="50800"/>
                  </a:lnTo>
                  <a:lnTo>
                    <a:pt x="399542" y="36068"/>
                  </a:lnTo>
                  <a:lnTo>
                    <a:pt x="361823" y="29591"/>
                  </a:lnTo>
                  <a:lnTo>
                    <a:pt x="323342" y="23622"/>
                  </a:lnTo>
                  <a:lnTo>
                    <a:pt x="284352" y="18288"/>
                  </a:lnTo>
                  <a:lnTo>
                    <a:pt x="244855" y="13589"/>
                  </a:lnTo>
                  <a:lnTo>
                    <a:pt x="204724" y="9525"/>
                  </a:lnTo>
                  <a:lnTo>
                    <a:pt x="164211" y="6096"/>
                  </a:lnTo>
                  <a:lnTo>
                    <a:pt x="123571" y="3556"/>
                  </a:lnTo>
                  <a:lnTo>
                    <a:pt x="82423" y="1524"/>
                  </a:lnTo>
                  <a:lnTo>
                    <a:pt x="41275" y="381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949933" y="3297173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1566417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4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3" y="612648"/>
                  </a:lnTo>
                  <a:lnTo>
                    <a:pt x="1566417" y="612648"/>
                  </a:lnTo>
                  <a:lnTo>
                    <a:pt x="1590234" y="607833"/>
                  </a:lnTo>
                  <a:lnTo>
                    <a:pt x="1609693" y="594709"/>
                  </a:lnTo>
                  <a:lnTo>
                    <a:pt x="1622817" y="575250"/>
                  </a:lnTo>
                  <a:lnTo>
                    <a:pt x="1627631" y="551434"/>
                  </a:lnTo>
                  <a:lnTo>
                    <a:pt x="1627631" y="61214"/>
                  </a:lnTo>
                  <a:lnTo>
                    <a:pt x="1622817" y="37397"/>
                  </a:lnTo>
                  <a:lnTo>
                    <a:pt x="1609693" y="17938"/>
                  </a:lnTo>
                  <a:lnTo>
                    <a:pt x="1590234" y="4814"/>
                  </a:lnTo>
                  <a:lnTo>
                    <a:pt x="1566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49933" y="3297173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0" y="61214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3" y="0"/>
                  </a:lnTo>
                  <a:lnTo>
                    <a:pt x="1566417" y="0"/>
                  </a:lnTo>
                  <a:lnTo>
                    <a:pt x="1590234" y="4814"/>
                  </a:lnTo>
                  <a:lnTo>
                    <a:pt x="1609693" y="17938"/>
                  </a:lnTo>
                  <a:lnTo>
                    <a:pt x="1622817" y="37397"/>
                  </a:lnTo>
                  <a:lnTo>
                    <a:pt x="1627631" y="61214"/>
                  </a:lnTo>
                  <a:lnTo>
                    <a:pt x="1627631" y="551434"/>
                  </a:lnTo>
                  <a:lnTo>
                    <a:pt x="1622817" y="575250"/>
                  </a:lnTo>
                  <a:lnTo>
                    <a:pt x="1609693" y="594709"/>
                  </a:lnTo>
                  <a:lnTo>
                    <a:pt x="1590234" y="607833"/>
                  </a:lnTo>
                  <a:lnTo>
                    <a:pt x="1566417" y="612648"/>
                  </a:lnTo>
                  <a:lnTo>
                    <a:pt x="61213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108851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5)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line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most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frequently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associated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gender?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82089" y="3352926"/>
            <a:ext cx="11614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0311" y="2438426"/>
            <a:ext cx="18044159" cy="7848573"/>
            <a:chOff x="210311" y="2438426"/>
            <a:chExt cx="18044159" cy="7848573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311" y="2438426"/>
              <a:ext cx="9308592" cy="784857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52859" y="3866337"/>
              <a:ext cx="6801611" cy="55199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7931" y="4061460"/>
              <a:ext cx="6231635" cy="4949952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534F8E-5F7C-6CBB-90DE-EDD0FA287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123" y="2705100"/>
            <a:ext cx="85758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1080" dirty="0">
                <a:latin typeface="Calibri"/>
                <a:cs typeface="Calibri"/>
              </a:rPr>
              <a:t>6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4544675" cy="6274435"/>
            <a:chOff x="1046090" y="478717"/>
            <a:chExt cx="14544675" cy="6274435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57816" y="5897879"/>
              <a:ext cx="2229612" cy="8549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99471" y="5917691"/>
              <a:ext cx="2035175" cy="714375"/>
            </a:xfrm>
            <a:custGeom>
              <a:avLst/>
              <a:gdLst/>
              <a:ahLst/>
              <a:cxnLst/>
              <a:rect l="l" t="t" r="r" b="b"/>
              <a:pathLst>
                <a:path w="2035175" h="714375">
                  <a:moveTo>
                    <a:pt x="1921891" y="599694"/>
                  </a:moveTo>
                  <a:lnTo>
                    <a:pt x="1921434" y="619252"/>
                  </a:lnTo>
                  <a:lnTo>
                    <a:pt x="1921428" y="619506"/>
                  </a:lnTo>
                  <a:lnTo>
                    <a:pt x="1921304" y="624840"/>
                  </a:lnTo>
                  <a:lnTo>
                    <a:pt x="1921191" y="629666"/>
                  </a:lnTo>
                  <a:lnTo>
                    <a:pt x="1921102" y="633476"/>
                  </a:lnTo>
                  <a:lnTo>
                    <a:pt x="1921007" y="637569"/>
                  </a:lnTo>
                  <a:lnTo>
                    <a:pt x="1940305" y="638302"/>
                  </a:lnTo>
                  <a:lnTo>
                    <a:pt x="1938980" y="671449"/>
                  </a:lnTo>
                  <a:lnTo>
                    <a:pt x="1938858" y="674497"/>
                  </a:lnTo>
                  <a:lnTo>
                    <a:pt x="1938781" y="676402"/>
                  </a:lnTo>
                  <a:lnTo>
                    <a:pt x="1920101" y="676402"/>
                  </a:lnTo>
                  <a:lnTo>
                    <a:pt x="1919224" y="713994"/>
                  </a:lnTo>
                  <a:lnTo>
                    <a:pt x="1999150" y="676402"/>
                  </a:lnTo>
                  <a:lnTo>
                    <a:pt x="1938781" y="676402"/>
                  </a:lnTo>
                  <a:lnTo>
                    <a:pt x="1920118" y="675657"/>
                  </a:lnTo>
                  <a:lnTo>
                    <a:pt x="2000733" y="675657"/>
                  </a:lnTo>
                  <a:lnTo>
                    <a:pt x="2034794" y="659638"/>
                  </a:lnTo>
                  <a:lnTo>
                    <a:pt x="1921891" y="599694"/>
                  </a:lnTo>
                  <a:close/>
                </a:path>
                <a:path w="2035175" h="714375">
                  <a:moveTo>
                    <a:pt x="1921007" y="637569"/>
                  </a:moveTo>
                  <a:lnTo>
                    <a:pt x="1920548" y="657225"/>
                  </a:lnTo>
                  <a:lnTo>
                    <a:pt x="1920492" y="659638"/>
                  </a:lnTo>
                  <a:lnTo>
                    <a:pt x="1920421" y="662686"/>
                  </a:lnTo>
                  <a:lnTo>
                    <a:pt x="1920308" y="667512"/>
                  </a:lnTo>
                  <a:lnTo>
                    <a:pt x="1920216" y="671449"/>
                  </a:lnTo>
                  <a:lnTo>
                    <a:pt x="1920118" y="675657"/>
                  </a:lnTo>
                  <a:lnTo>
                    <a:pt x="1938781" y="676402"/>
                  </a:lnTo>
                  <a:lnTo>
                    <a:pt x="1940305" y="638302"/>
                  </a:lnTo>
                  <a:lnTo>
                    <a:pt x="1921007" y="637569"/>
                  </a:lnTo>
                  <a:close/>
                </a:path>
                <a:path w="2035175" h="714375">
                  <a:moveTo>
                    <a:pt x="380" y="0"/>
                  </a:moveTo>
                  <a:lnTo>
                    <a:pt x="340" y="4063"/>
                  </a:lnTo>
                  <a:lnTo>
                    <a:pt x="222" y="15875"/>
                  </a:lnTo>
                  <a:lnTo>
                    <a:pt x="104" y="27686"/>
                  </a:lnTo>
                  <a:lnTo>
                    <a:pt x="0" y="38100"/>
                  </a:lnTo>
                  <a:lnTo>
                    <a:pt x="47751" y="38608"/>
                  </a:lnTo>
                  <a:lnTo>
                    <a:pt x="94996" y="39878"/>
                  </a:lnTo>
                  <a:lnTo>
                    <a:pt x="141985" y="42163"/>
                  </a:lnTo>
                  <a:lnTo>
                    <a:pt x="188722" y="45338"/>
                  </a:lnTo>
                  <a:lnTo>
                    <a:pt x="235203" y="49149"/>
                  </a:lnTo>
                  <a:lnTo>
                    <a:pt x="281177" y="53848"/>
                  </a:lnTo>
                  <a:lnTo>
                    <a:pt x="326517" y="59309"/>
                  </a:lnTo>
                  <a:lnTo>
                    <a:pt x="371221" y="65405"/>
                  </a:lnTo>
                  <a:lnTo>
                    <a:pt x="415162" y="72390"/>
                  </a:lnTo>
                  <a:lnTo>
                    <a:pt x="458343" y="79883"/>
                  </a:lnTo>
                  <a:lnTo>
                    <a:pt x="500633" y="88011"/>
                  </a:lnTo>
                  <a:lnTo>
                    <a:pt x="541781" y="96774"/>
                  </a:lnTo>
                  <a:lnTo>
                    <a:pt x="581786" y="106172"/>
                  </a:lnTo>
                  <a:lnTo>
                    <a:pt x="620522" y="116078"/>
                  </a:lnTo>
                  <a:lnTo>
                    <a:pt x="658113" y="126492"/>
                  </a:lnTo>
                  <a:lnTo>
                    <a:pt x="728726" y="148717"/>
                  </a:lnTo>
                  <a:lnTo>
                    <a:pt x="792987" y="172720"/>
                  </a:lnTo>
                  <a:lnTo>
                    <a:pt x="849883" y="197993"/>
                  </a:lnTo>
                  <a:lnTo>
                    <a:pt x="898778" y="224409"/>
                  </a:lnTo>
                  <a:lnTo>
                    <a:pt x="938402" y="251206"/>
                  </a:lnTo>
                  <a:lnTo>
                    <a:pt x="968628" y="278257"/>
                  </a:lnTo>
                  <a:lnTo>
                    <a:pt x="991616" y="310769"/>
                  </a:lnTo>
                  <a:lnTo>
                    <a:pt x="998885" y="346075"/>
                  </a:lnTo>
                  <a:lnTo>
                    <a:pt x="998981" y="347980"/>
                  </a:lnTo>
                  <a:lnTo>
                    <a:pt x="1013713" y="393192"/>
                  </a:lnTo>
                  <a:lnTo>
                    <a:pt x="1038732" y="426720"/>
                  </a:lnTo>
                  <a:lnTo>
                    <a:pt x="1073403" y="457835"/>
                  </a:lnTo>
                  <a:lnTo>
                    <a:pt x="1116837" y="487172"/>
                  </a:lnTo>
                  <a:lnTo>
                    <a:pt x="1168527" y="514985"/>
                  </a:lnTo>
                  <a:lnTo>
                    <a:pt x="1227962" y="541401"/>
                  </a:lnTo>
                  <a:lnTo>
                    <a:pt x="1294129" y="566166"/>
                  </a:lnTo>
                  <a:lnTo>
                    <a:pt x="1366520" y="588899"/>
                  </a:lnTo>
                  <a:lnTo>
                    <a:pt x="1405367" y="599694"/>
                  </a:lnTo>
                  <a:lnTo>
                    <a:pt x="1444371" y="609727"/>
                  </a:lnTo>
                  <a:lnTo>
                    <a:pt x="1485137" y="619252"/>
                  </a:lnTo>
                  <a:lnTo>
                    <a:pt x="1527048" y="628015"/>
                  </a:lnTo>
                  <a:lnTo>
                    <a:pt x="1570704" y="636524"/>
                  </a:lnTo>
                  <a:lnTo>
                    <a:pt x="1613788" y="644017"/>
                  </a:lnTo>
                  <a:lnTo>
                    <a:pt x="1658366" y="651002"/>
                  </a:lnTo>
                  <a:lnTo>
                    <a:pt x="1703831" y="657225"/>
                  </a:lnTo>
                  <a:lnTo>
                    <a:pt x="1749805" y="662686"/>
                  </a:lnTo>
                  <a:lnTo>
                    <a:pt x="1796414" y="667512"/>
                  </a:lnTo>
                  <a:lnTo>
                    <a:pt x="1843531" y="671449"/>
                  </a:lnTo>
                  <a:lnTo>
                    <a:pt x="1891029" y="674497"/>
                  </a:lnTo>
                  <a:lnTo>
                    <a:pt x="1920118" y="675657"/>
                  </a:lnTo>
                  <a:lnTo>
                    <a:pt x="1920990" y="638302"/>
                  </a:lnTo>
                  <a:lnTo>
                    <a:pt x="1921007" y="637569"/>
                  </a:lnTo>
                  <a:lnTo>
                    <a:pt x="1846706" y="633476"/>
                  </a:lnTo>
                  <a:lnTo>
                    <a:pt x="1800352" y="629666"/>
                  </a:lnTo>
                  <a:lnTo>
                    <a:pt x="1754377" y="624840"/>
                  </a:lnTo>
                  <a:lnTo>
                    <a:pt x="1708911" y="619506"/>
                  </a:lnTo>
                  <a:lnTo>
                    <a:pt x="1664207" y="613410"/>
                  </a:lnTo>
                  <a:lnTo>
                    <a:pt x="1620266" y="606425"/>
                  </a:lnTo>
                  <a:lnTo>
                    <a:pt x="1577212" y="598932"/>
                  </a:lnTo>
                  <a:lnTo>
                    <a:pt x="1534922" y="590804"/>
                  </a:lnTo>
                  <a:lnTo>
                    <a:pt x="1493774" y="582041"/>
                  </a:lnTo>
                  <a:lnTo>
                    <a:pt x="1453769" y="572770"/>
                  </a:lnTo>
                  <a:lnTo>
                    <a:pt x="1415033" y="562863"/>
                  </a:lnTo>
                  <a:lnTo>
                    <a:pt x="1377569" y="552450"/>
                  </a:lnTo>
                  <a:lnTo>
                    <a:pt x="1306956" y="530225"/>
                  </a:lnTo>
                  <a:lnTo>
                    <a:pt x="1242822" y="506349"/>
                  </a:lnTo>
                  <a:lnTo>
                    <a:pt x="1185926" y="481075"/>
                  </a:lnTo>
                  <a:lnTo>
                    <a:pt x="1137284" y="454913"/>
                  </a:lnTo>
                  <a:lnTo>
                    <a:pt x="1097279" y="427990"/>
                  </a:lnTo>
                  <a:lnTo>
                    <a:pt x="1067180" y="401193"/>
                  </a:lnTo>
                  <a:lnTo>
                    <a:pt x="1044067" y="369316"/>
                  </a:lnTo>
                  <a:lnTo>
                    <a:pt x="1036802" y="340487"/>
                  </a:lnTo>
                  <a:lnTo>
                    <a:pt x="1036701" y="338455"/>
                  </a:lnTo>
                  <a:lnTo>
                    <a:pt x="1025398" y="293243"/>
                  </a:lnTo>
                  <a:lnTo>
                    <a:pt x="1003046" y="259587"/>
                  </a:lnTo>
                  <a:lnTo>
                    <a:pt x="970787" y="228219"/>
                  </a:lnTo>
                  <a:lnTo>
                    <a:pt x="917575" y="191262"/>
                  </a:lnTo>
                  <a:lnTo>
                    <a:pt x="866012" y="163575"/>
                  </a:lnTo>
                  <a:lnTo>
                    <a:pt x="807132" y="137413"/>
                  </a:lnTo>
                  <a:lnTo>
                    <a:pt x="740663" y="112522"/>
                  </a:lnTo>
                  <a:lnTo>
                    <a:pt x="668274" y="89788"/>
                  </a:lnTo>
                  <a:lnTo>
                    <a:pt x="630047" y="79121"/>
                  </a:lnTo>
                  <a:lnTo>
                    <a:pt x="590423" y="69087"/>
                  </a:lnTo>
                  <a:lnTo>
                    <a:pt x="549782" y="59562"/>
                  </a:lnTo>
                  <a:lnTo>
                    <a:pt x="507873" y="50673"/>
                  </a:lnTo>
                  <a:lnTo>
                    <a:pt x="464947" y="42291"/>
                  </a:lnTo>
                  <a:lnTo>
                    <a:pt x="421131" y="34671"/>
                  </a:lnTo>
                  <a:lnTo>
                    <a:pt x="376427" y="27686"/>
                  </a:lnTo>
                  <a:lnTo>
                    <a:pt x="331088" y="21462"/>
                  </a:lnTo>
                  <a:lnTo>
                    <a:pt x="284987" y="15875"/>
                  </a:lnTo>
                  <a:lnTo>
                    <a:pt x="238378" y="11175"/>
                  </a:lnTo>
                  <a:lnTo>
                    <a:pt x="191261" y="7238"/>
                  </a:lnTo>
                  <a:lnTo>
                    <a:pt x="143891" y="4063"/>
                  </a:lnTo>
                  <a:lnTo>
                    <a:pt x="96011" y="1778"/>
                  </a:lnTo>
                  <a:lnTo>
                    <a:pt x="48132" y="508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949933" y="5185409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1566417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3" y="612648"/>
                  </a:lnTo>
                  <a:lnTo>
                    <a:pt x="1566417" y="612648"/>
                  </a:lnTo>
                  <a:lnTo>
                    <a:pt x="1590234" y="607833"/>
                  </a:lnTo>
                  <a:lnTo>
                    <a:pt x="1609693" y="594709"/>
                  </a:lnTo>
                  <a:lnTo>
                    <a:pt x="1622817" y="575250"/>
                  </a:lnTo>
                  <a:lnTo>
                    <a:pt x="1627631" y="551434"/>
                  </a:lnTo>
                  <a:lnTo>
                    <a:pt x="1627631" y="61213"/>
                  </a:lnTo>
                  <a:lnTo>
                    <a:pt x="1622817" y="37397"/>
                  </a:lnTo>
                  <a:lnTo>
                    <a:pt x="1609693" y="17938"/>
                  </a:lnTo>
                  <a:lnTo>
                    <a:pt x="1590234" y="4814"/>
                  </a:lnTo>
                  <a:lnTo>
                    <a:pt x="1566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49933" y="5185409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3" y="0"/>
                  </a:lnTo>
                  <a:lnTo>
                    <a:pt x="1566417" y="0"/>
                  </a:lnTo>
                  <a:lnTo>
                    <a:pt x="1590234" y="4814"/>
                  </a:lnTo>
                  <a:lnTo>
                    <a:pt x="1609693" y="17938"/>
                  </a:lnTo>
                  <a:lnTo>
                    <a:pt x="1622817" y="37397"/>
                  </a:lnTo>
                  <a:lnTo>
                    <a:pt x="1627631" y="61213"/>
                  </a:lnTo>
                  <a:lnTo>
                    <a:pt x="1627631" y="551434"/>
                  </a:lnTo>
                  <a:lnTo>
                    <a:pt x="1622817" y="575250"/>
                  </a:lnTo>
                  <a:lnTo>
                    <a:pt x="1609693" y="594709"/>
                  </a:lnTo>
                  <a:lnTo>
                    <a:pt x="1590234" y="607833"/>
                  </a:lnTo>
                  <a:lnTo>
                    <a:pt x="1566417" y="612648"/>
                  </a:lnTo>
                  <a:lnTo>
                    <a:pt x="61213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10321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6)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Identify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customer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type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highest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purchase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frequency.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83106" y="5241797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6595" y="2586219"/>
            <a:ext cx="17309592" cy="7629144"/>
            <a:chOff x="196595" y="2586219"/>
            <a:chExt cx="17309592" cy="762914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9619" y="5756148"/>
              <a:ext cx="5306568" cy="16461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94691" y="5951219"/>
              <a:ext cx="4736592" cy="10759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595" y="2586219"/>
              <a:ext cx="9814559" cy="7629144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EBF7B6-FABF-9D48-8B73-41640E390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067" y="2895408"/>
            <a:ext cx="9076500" cy="69128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-50" dirty="0">
                <a:latin typeface="Calibri"/>
                <a:cs typeface="Calibri"/>
              </a:rPr>
              <a:t>7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4971394" cy="6442075"/>
            <a:chOff x="1046090" y="478717"/>
            <a:chExt cx="14971394" cy="6442075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9528" y="5821667"/>
              <a:ext cx="2519172" cy="10988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981183" y="5841491"/>
              <a:ext cx="2325370" cy="958215"/>
            </a:xfrm>
            <a:custGeom>
              <a:avLst/>
              <a:gdLst/>
              <a:ahLst/>
              <a:cxnLst/>
              <a:rect l="l" t="t" r="r" b="b"/>
              <a:pathLst>
                <a:path w="2325370" h="958215">
                  <a:moveTo>
                    <a:pt x="2211959" y="843407"/>
                  </a:moveTo>
                  <a:lnTo>
                    <a:pt x="2211195" y="874649"/>
                  </a:lnTo>
                  <a:lnTo>
                    <a:pt x="2211092" y="878840"/>
                  </a:lnTo>
                  <a:lnTo>
                    <a:pt x="2211037" y="881095"/>
                  </a:lnTo>
                  <a:lnTo>
                    <a:pt x="2230501" y="882015"/>
                  </a:lnTo>
                  <a:lnTo>
                    <a:pt x="2228877" y="916813"/>
                  </a:lnTo>
                  <a:lnTo>
                    <a:pt x="2228764" y="919215"/>
                  </a:lnTo>
                  <a:lnTo>
                    <a:pt x="2228723" y="920115"/>
                  </a:lnTo>
                  <a:lnTo>
                    <a:pt x="2210083" y="920115"/>
                  </a:lnTo>
                  <a:lnTo>
                    <a:pt x="2209165" y="957707"/>
                  </a:lnTo>
                  <a:lnTo>
                    <a:pt x="2289367" y="920115"/>
                  </a:lnTo>
                  <a:lnTo>
                    <a:pt x="2228723" y="920115"/>
                  </a:lnTo>
                  <a:lnTo>
                    <a:pt x="2210105" y="919215"/>
                  </a:lnTo>
                  <a:lnTo>
                    <a:pt x="2291286" y="919215"/>
                  </a:lnTo>
                  <a:lnTo>
                    <a:pt x="2324862" y="903478"/>
                  </a:lnTo>
                  <a:lnTo>
                    <a:pt x="2211959" y="843407"/>
                  </a:lnTo>
                  <a:close/>
                </a:path>
                <a:path w="2325370" h="958215">
                  <a:moveTo>
                    <a:pt x="2211037" y="881095"/>
                  </a:moveTo>
                  <a:lnTo>
                    <a:pt x="2210270" y="912495"/>
                  </a:lnTo>
                  <a:lnTo>
                    <a:pt x="2210164" y="916813"/>
                  </a:lnTo>
                  <a:lnTo>
                    <a:pt x="2210105" y="919215"/>
                  </a:lnTo>
                  <a:lnTo>
                    <a:pt x="2228723" y="920115"/>
                  </a:lnTo>
                  <a:lnTo>
                    <a:pt x="2230394" y="884301"/>
                  </a:lnTo>
                  <a:lnTo>
                    <a:pt x="2230501" y="882015"/>
                  </a:lnTo>
                  <a:lnTo>
                    <a:pt x="2211037" y="881095"/>
                  </a:lnTo>
                  <a:close/>
                </a:path>
                <a:path w="2325370" h="958215">
                  <a:moveTo>
                    <a:pt x="508" y="0"/>
                  </a:moveTo>
                  <a:lnTo>
                    <a:pt x="499" y="635"/>
                  </a:lnTo>
                  <a:lnTo>
                    <a:pt x="375" y="9906"/>
                  </a:lnTo>
                  <a:lnTo>
                    <a:pt x="301" y="15494"/>
                  </a:lnTo>
                  <a:lnTo>
                    <a:pt x="213" y="22098"/>
                  </a:lnTo>
                  <a:lnTo>
                    <a:pt x="113" y="29591"/>
                  </a:lnTo>
                  <a:lnTo>
                    <a:pt x="0" y="38100"/>
                  </a:lnTo>
                  <a:lnTo>
                    <a:pt x="54483" y="38735"/>
                  </a:lnTo>
                  <a:lnTo>
                    <a:pt x="108458" y="40640"/>
                  </a:lnTo>
                  <a:lnTo>
                    <a:pt x="162179" y="43687"/>
                  </a:lnTo>
                  <a:lnTo>
                    <a:pt x="215519" y="48006"/>
                  </a:lnTo>
                  <a:lnTo>
                    <a:pt x="268605" y="53340"/>
                  </a:lnTo>
                  <a:lnTo>
                    <a:pt x="320929" y="59817"/>
                  </a:lnTo>
                  <a:lnTo>
                    <a:pt x="372872" y="67310"/>
                  </a:lnTo>
                  <a:lnTo>
                    <a:pt x="423925" y="75819"/>
                  </a:lnTo>
                  <a:lnTo>
                    <a:pt x="474218" y="85344"/>
                  </a:lnTo>
                  <a:lnTo>
                    <a:pt x="523494" y="95758"/>
                  </a:lnTo>
                  <a:lnTo>
                    <a:pt x="571626" y="107061"/>
                  </a:lnTo>
                  <a:lnTo>
                    <a:pt x="618744" y="119125"/>
                  </a:lnTo>
                  <a:lnTo>
                    <a:pt x="664337" y="132080"/>
                  </a:lnTo>
                  <a:lnTo>
                    <a:pt x="708787" y="145796"/>
                  </a:lnTo>
                  <a:lnTo>
                    <a:pt x="751586" y="160147"/>
                  </a:lnTo>
                  <a:lnTo>
                    <a:pt x="792861" y="175133"/>
                  </a:lnTo>
                  <a:lnTo>
                    <a:pt x="832358" y="190881"/>
                  </a:lnTo>
                  <a:lnTo>
                    <a:pt x="870346" y="207263"/>
                  </a:lnTo>
                  <a:lnTo>
                    <a:pt x="905637" y="223900"/>
                  </a:lnTo>
                  <a:lnTo>
                    <a:pt x="970788" y="258953"/>
                  </a:lnTo>
                  <a:lnTo>
                    <a:pt x="1013460" y="286004"/>
                  </a:lnTo>
                  <a:lnTo>
                    <a:pt x="1050798" y="313944"/>
                  </a:lnTo>
                  <a:lnTo>
                    <a:pt x="1082294" y="342138"/>
                  </a:lnTo>
                  <a:lnTo>
                    <a:pt x="1114425" y="379984"/>
                  </a:lnTo>
                  <a:lnTo>
                    <a:pt x="1134745" y="417322"/>
                  </a:lnTo>
                  <a:lnTo>
                    <a:pt x="1143457" y="460502"/>
                  </a:lnTo>
                  <a:lnTo>
                    <a:pt x="1143508" y="462280"/>
                  </a:lnTo>
                  <a:lnTo>
                    <a:pt x="1143836" y="471043"/>
                  </a:lnTo>
                  <a:lnTo>
                    <a:pt x="1155065" y="519557"/>
                  </a:lnTo>
                  <a:lnTo>
                    <a:pt x="1172210" y="553593"/>
                  </a:lnTo>
                  <a:lnTo>
                    <a:pt x="1196340" y="586232"/>
                  </a:lnTo>
                  <a:lnTo>
                    <a:pt x="1226693" y="617855"/>
                  </a:lnTo>
                  <a:lnTo>
                    <a:pt x="1262888" y="648335"/>
                  </a:lnTo>
                  <a:lnTo>
                    <a:pt x="1304544" y="677799"/>
                  </a:lnTo>
                  <a:lnTo>
                    <a:pt x="1367790" y="715010"/>
                  </a:lnTo>
                  <a:lnTo>
                    <a:pt x="1402715" y="732917"/>
                  </a:lnTo>
                  <a:lnTo>
                    <a:pt x="1439418" y="750316"/>
                  </a:lnTo>
                  <a:lnTo>
                    <a:pt x="1478280" y="766953"/>
                  </a:lnTo>
                  <a:lnTo>
                    <a:pt x="1518793" y="783082"/>
                  </a:lnTo>
                  <a:lnTo>
                    <a:pt x="1560957" y="798449"/>
                  </a:lnTo>
                  <a:lnTo>
                    <a:pt x="1604645" y="813181"/>
                  </a:lnTo>
                  <a:lnTo>
                    <a:pt x="1649857" y="827151"/>
                  </a:lnTo>
                  <a:lnTo>
                    <a:pt x="1696593" y="840232"/>
                  </a:lnTo>
                  <a:lnTo>
                    <a:pt x="1744345" y="852678"/>
                  </a:lnTo>
                  <a:lnTo>
                    <a:pt x="1793367" y="864108"/>
                  </a:lnTo>
                  <a:lnTo>
                    <a:pt x="1843532" y="874649"/>
                  </a:lnTo>
                  <a:lnTo>
                    <a:pt x="1894459" y="884301"/>
                  </a:lnTo>
                  <a:lnTo>
                    <a:pt x="1946402" y="892937"/>
                  </a:lnTo>
                  <a:lnTo>
                    <a:pt x="1998980" y="900430"/>
                  </a:lnTo>
                  <a:lnTo>
                    <a:pt x="2052320" y="907034"/>
                  </a:lnTo>
                  <a:lnTo>
                    <a:pt x="2106168" y="912495"/>
                  </a:lnTo>
                  <a:lnTo>
                    <a:pt x="2160397" y="916813"/>
                  </a:lnTo>
                  <a:lnTo>
                    <a:pt x="2210105" y="919215"/>
                  </a:lnTo>
                  <a:lnTo>
                    <a:pt x="2210959" y="884301"/>
                  </a:lnTo>
                  <a:lnTo>
                    <a:pt x="2211037" y="881095"/>
                  </a:lnTo>
                  <a:lnTo>
                    <a:pt x="2163318" y="878840"/>
                  </a:lnTo>
                  <a:lnTo>
                    <a:pt x="2109978" y="874649"/>
                  </a:lnTo>
                  <a:lnTo>
                    <a:pt x="2056892" y="869188"/>
                  </a:lnTo>
                  <a:lnTo>
                    <a:pt x="2004441" y="862838"/>
                  </a:lnTo>
                  <a:lnTo>
                    <a:pt x="1952625" y="855345"/>
                  </a:lnTo>
                  <a:lnTo>
                    <a:pt x="1901571" y="846836"/>
                  </a:lnTo>
                  <a:lnTo>
                    <a:pt x="1851406" y="837311"/>
                  </a:lnTo>
                  <a:lnTo>
                    <a:pt x="1802612" y="827151"/>
                  </a:lnTo>
                  <a:lnTo>
                    <a:pt x="1753870" y="815721"/>
                  </a:lnTo>
                  <a:lnTo>
                    <a:pt x="1706880" y="803529"/>
                  </a:lnTo>
                  <a:lnTo>
                    <a:pt x="1661160" y="790702"/>
                  </a:lnTo>
                  <a:lnTo>
                    <a:pt x="1616837" y="777113"/>
                  </a:lnTo>
                  <a:lnTo>
                    <a:pt x="1574038" y="762635"/>
                  </a:lnTo>
                  <a:lnTo>
                    <a:pt x="1532763" y="747776"/>
                  </a:lnTo>
                  <a:lnTo>
                    <a:pt x="1493266" y="732028"/>
                  </a:lnTo>
                  <a:lnTo>
                    <a:pt x="1455674" y="715772"/>
                  </a:lnTo>
                  <a:lnTo>
                    <a:pt x="1420114" y="699008"/>
                  </a:lnTo>
                  <a:lnTo>
                    <a:pt x="1354836" y="664083"/>
                  </a:lnTo>
                  <a:lnTo>
                    <a:pt x="1312037" y="637032"/>
                  </a:lnTo>
                  <a:lnTo>
                    <a:pt x="1274826" y="609219"/>
                  </a:lnTo>
                  <a:lnTo>
                    <a:pt x="1243330" y="581025"/>
                  </a:lnTo>
                  <a:lnTo>
                    <a:pt x="1211326" y="543560"/>
                  </a:lnTo>
                  <a:lnTo>
                    <a:pt x="1190879" y="506603"/>
                  </a:lnTo>
                  <a:lnTo>
                    <a:pt x="1181672" y="462280"/>
                  </a:lnTo>
                  <a:lnTo>
                    <a:pt x="1181608" y="460502"/>
                  </a:lnTo>
                  <a:lnTo>
                    <a:pt x="1173861" y="413512"/>
                  </a:lnTo>
                  <a:lnTo>
                    <a:pt x="1152398" y="368427"/>
                  </a:lnTo>
                  <a:lnTo>
                    <a:pt x="1128268" y="335788"/>
                  </a:lnTo>
                  <a:lnTo>
                    <a:pt x="1097915" y="304292"/>
                  </a:lnTo>
                  <a:lnTo>
                    <a:pt x="1061847" y="274066"/>
                  </a:lnTo>
                  <a:lnTo>
                    <a:pt x="1020318" y="244729"/>
                  </a:lnTo>
                  <a:lnTo>
                    <a:pt x="956818" y="207263"/>
                  </a:lnTo>
                  <a:lnTo>
                    <a:pt x="921893" y="189484"/>
                  </a:lnTo>
                  <a:lnTo>
                    <a:pt x="885190" y="172212"/>
                  </a:lnTo>
                  <a:lnTo>
                    <a:pt x="846455" y="155448"/>
                  </a:lnTo>
                  <a:lnTo>
                    <a:pt x="805942" y="139319"/>
                  </a:lnTo>
                  <a:lnTo>
                    <a:pt x="763777" y="123952"/>
                  </a:lnTo>
                  <a:lnTo>
                    <a:pt x="719963" y="109347"/>
                  </a:lnTo>
                  <a:lnTo>
                    <a:pt x="674751" y="95377"/>
                  </a:lnTo>
                  <a:lnTo>
                    <a:pt x="628269" y="82169"/>
                  </a:lnTo>
                  <a:lnTo>
                    <a:pt x="580390" y="69977"/>
                  </a:lnTo>
                  <a:lnTo>
                    <a:pt x="531241" y="58420"/>
                  </a:lnTo>
                  <a:lnTo>
                    <a:pt x="481805" y="48006"/>
                  </a:lnTo>
                  <a:lnTo>
                    <a:pt x="430149" y="38227"/>
                  </a:lnTo>
                  <a:lnTo>
                    <a:pt x="378206" y="29591"/>
                  </a:lnTo>
                  <a:lnTo>
                    <a:pt x="325627" y="22098"/>
                  </a:lnTo>
                  <a:lnTo>
                    <a:pt x="272415" y="15494"/>
                  </a:lnTo>
                  <a:lnTo>
                    <a:pt x="218567" y="9906"/>
                  </a:lnTo>
                  <a:lnTo>
                    <a:pt x="164338" y="5587"/>
                  </a:lnTo>
                  <a:lnTo>
                    <a:pt x="109727" y="2540"/>
                  </a:lnTo>
                  <a:lnTo>
                    <a:pt x="54991" y="635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376653" y="4155185"/>
              <a:ext cx="1628139" cy="614680"/>
            </a:xfrm>
            <a:custGeom>
              <a:avLst/>
              <a:gdLst/>
              <a:ahLst/>
              <a:cxnLst/>
              <a:rect l="l" t="t" r="r" b="b"/>
              <a:pathLst>
                <a:path w="1628140" h="614679">
                  <a:moveTo>
                    <a:pt x="1566163" y="0"/>
                  </a:moveTo>
                  <a:lnTo>
                    <a:pt x="61467" y="0"/>
                  </a:lnTo>
                  <a:lnTo>
                    <a:pt x="37558" y="4835"/>
                  </a:lnTo>
                  <a:lnTo>
                    <a:pt x="18018" y="18018"/>
                  </a:lnTo>
                  <a:lnTo>
                    <a:pt x="4835" y="37558"/>
                  </a:lnTo>
                  <a:lnTo>
                    <a:pt x="0" y="61467"/>
                  </a:lnTo>
                  <a:lnTo>
                    <a:pt x="0" y="552703"/>
                  </a:lnTo>
                  <a:lnTo>
                    <a:pt x="4835" y="576613"/>
                  </a:lnTo>
                  <a:lnTo>
                    <a:pt x="18018" y="596153"/>
                  </a:lnTo>
                  <a:lnTo>
                    <a:pt x="37558" y="609336"/>
                  </a:lnTo>
                  <a:lnTo>
                    <a:pt x="61467" y="614172"/>
                  </a:lnTo>
                  <a:lnTo>
                    <a:pt x="1566163" y="614172"/>
                  </a:lnTo>
                  <a:lnTo>
                    <a:pt x="1590073" y="609336"/>
                  </a:lnTo>
                  <a:lnTo>
                    <a:pt x="1609613" y="596153"/>
                  </a:lnTo>
                  <a:lnTo>
                    <a:pt x="1622796" y="576613"/>
                  </a:lnTo>
                  <a:lnTo>
                    <a:pt x="1627632" y="552703"/>
                  </a:lnTo>
                  <a:lnTo>
                    <a:pt x="1627632" y="61467"/>
                  </a:lnTo>
                  <a:lnTo>
                    <a:pt x="1622796" y="37558"/>
                  </a:lnTo>
                  <a:lnTo>
                    <a:pt x="1609613" y="18018"/>
                  </a:lnTo>
                  <a:lnTo>
                    <a:pt x="1590073" y="4835"/>
                  </a:lnTo>
                  <a:lnTo>
                    <a:pt x="1566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376653" y="4155185"/>
              <a:ext cx="1628139" cy="614680"/>
            </a:xfrm>
            <a:custGeom>
              <a:avLst/>
              <a:gdLst/>
              <a:ahLst/>
              <a:cxnLst/>
              <a:rect l="l" t="t" r="r" b="b"/>
              <a:pathLst>
                <a:path w="1628140" h="614679">
                  <a:moveTo>
                    <a:pt x="0" y="61467"/>
                  </a:moveTo>
                  <a:lnTo>
                    <a:pt x="4835" y="37558"/>
                  </a:lnTo>
                  <a:lnTo>
                    <a:pt x="18018" y="18018"/>
                  </a:lnTo>
                  <a:lnTo>
                    <a:pt x="37558" y="4835"/>
                  </a:lnTo>
                  <a:lnTo>
                    <a:pt x="61467" y="0"/>
                  </a:lnTo>
                  <a:lnTo>
                    <a:pt x="1566163" y="0"/>
                  </a:lnTo>
                  <a:lnTo>
                    <a:pt x="1590073" y="4835"/>
                  </a:lnTo>
                  <a:lnTo>
                    <a:pt x="1609613" y="18018"/>
                  </a:lnTo>
                  <a:lnTo>
                    <a:pt x="1622796" y="37558"/>
                  </a:lnTo>
                  <a:lnTo>
                    <a:pt x="1627632" y="61467"/>
                  </a:lnTo>
                  <a:lnTo>
                    <a:pt x="1627632" y="552703"/>
                  </a:lnTo>
                  <a:lnTo>
                    <a:pt x="1622796" y="576613"/>
                  </a:lnTo>
                  <a:lnTo>
                    <a:pt x="1609613" y="596153"/>
                  </a:lnTo>
                  <a:lnTo>
                    <a:pt x="1590073" y="609336"/>
                  </a:lnTo>
                  <a:lnTo>
                    <a:pt x="1566163" y="614172"/>
                  </a:lnTo>
                  <a:lnTo>
                    <a:pt x="61467" y="614172"/>
                  </a:lnTo>
                  <a:lnTo>
                    <a:pt x="37558" y="609336"/>
                  </a:lnTo>
                  <a:lnTo>
                    <a:pt x="18018" y="596153"/>
                  </a:lnTo>
                  <a:lnTo>
                    <a:pt x="4835" y="576613"/>
                  </a:lnTo>
                  <a:lnTo>
                    <a:pt x="0" y="552703"/>
                  </a:lnTo>
                  <a:lnTo>
                    <a:pt x="0" y="6146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90595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7)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Examine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distribution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genders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branch.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08810" y="4211827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6595" y="2586262"/>
            <a:ext cx="17907000" cy="7610856"/>
            <a:chOff x="196595" y="2586262"/>
            <a:chExt cx="17907000" cy="7610856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595" y="2586262"/>
              <a:ext cx="9814560" cy="76108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54127" y="4725923"/>
              <a:ext cx="5649468" cy="388023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49200" y="4920995"/>
              <a:ext cx="5079492" cy="3310128"/>
            </a:xfrm>
            <a:prstGeom prst="rect">
              <a:avLst/>
            </a:prstGeom>
          </p:spPr>
        </p:pic>
      </p:grpSp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566687D-7792-40CB-0CED-2B4DB7A355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79" y="2886074"/>
            <a:ext cx="9225282" cy="692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1080" dirty="0">
                <a:latin typeface="Calibri"/>
                <a:cs typeface="Calibri"/>
              </a:rPr>
              <a:t>8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4571980" cy="6213475"/>
            <a:chOff x="1046090" y="478717"/>
            <a:chExt cx="14571980" cy="6213475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1455" y="5486412"/>
              <a:ext cx="2878836" cy="12054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43112" y="5506212"/>
              <a:ext cx="2684145" cy="1064260"/>
            </a:xfrm>
            <a:custGeom>
              <a:avLst/>
              <a:gdLst/>
              <a:ahLst/>
              <a:cxnLst/>
              <a:rect l="l" t="t" r="r" b="b"/>
              <a:pathLst>
                <a:path w="2684145" h="1064259">
                  <a:moveTo>
                    <a:pt x="2571115" y="949833"/>
                  </a:moveTo>
                  <a:lnTo>
                    <a:pt x="2570616" y="973454"/>
                  </a:lnTo>
                  <a:lnTo>
                    <a:pt x="2570492" y="979297"/>
                  </a:lnTo>
                  <a:lnTo>
                    <a:pt x="2570391" y="984123"/>
                  </a:lnTo>
                  <a:lnTo>
                    <a:pt x="2570312" y="987824"/>
                  </a:lnTo>
                  <a:lnTo>
                    <a:pt x="2589403" y="988313"/>
                  </a:lnTo>
                  <a:lnTo>
                    <a:pt x="2588727" y="1017270"/>
                  </a:lnTo>
                  <a:lnTo>
                    <a:pt x="2588611" y="1022223"/>
                  </a:lnTo>
                  <a:lnTo>
                    <a:pt x="2588514" y="1026413"/>
                  </a:lnTo>
                  <a:lnTo>
                    <a:pt x="2569498" y="1026413"/>
                  </a:lnTo>
                  <a:lnTo>
                    <a:pt x="2568702" y="1064133"/>
                  </a:lnTo>
                  <a:lnTo>
                    <a:pt x="2648253" y="1026413"/>
                  </a:lnTo>
                  <a:lnTo>
                    <a:pt x="2588514" y="1026413"/>
                  </a:lnTo>
                  <a:lnTo>
                    <a:pt x="2569508" y="1025944"/>
                  </a:lnTo>
                  <a:lnTo>
                    <a:pt x="2649242" y="1025944"/>
                  </a:lnTo>
                  <a:lnTo>
                    <a:pt x="2684145" y="1009396"/>
                  </a:lnTo>
                  <a:lnTo>
                    <a:pt x="2571115" y="949833"/>
                  </a:lnTo>
                  <a:close/>
                </a:path>
                <a:path w="2684145" h="1064259">
                  <a:moveTo>
                    <a:pt x="2570312" y="987824"/>
                  </a:moveTo>
                  <a:lnTo>
                    <a:pt x="2569691" y="1017270"/>
                  </a:lnTo>
                  <a:lnTo>
                    <a:pt x="2569586" y="1022223"/>
                  </a:lnTo>
                  <a:lnTo>
                    <a:pt x="2569508" y="1025944"/>
                  </a:lnTo>
                  <a:lnTo>
                    <a:pt x="2588514" y="1026413"/>
                  </a:lnTo>
                  <a:lnTo>
                    <a:pt x="2589403" y="988313"/>
                  </a:lnTo>
                  <a:lnTo>
                    <a:pt x="2570312" y="987824"/>
                  </a:lnTo>
                  <a:close/>
                </a:path>
                <a:path w="2684145" h="1064259">
                  <a:moveTo>
                    <a:pt x="508" y="0"/>
                  </a:moveTo>
                  <a:lnTo>
                    <a:pt x="469" y="2921"/>
                  </a:lnTo>
                  <a:lnTo>
                    <a:pt x="358" y="11175"/>
                  </a:lnTo>
                  <a:lnTo>
                    <a:pt x="277" y="17272"/>
                  </a:lnTo>
                  <a:lnTo>
                    <a:pt x="179" y="24637"/>
                  </a:lnTo>
                  <a:lnTo>
                    <a:pt x="66" y="33147"/>
                  </a:lnTo>
                  <a:lnTo>
                    <a:pt x="0" y="38100"/>
                  </a:lnTo>
                  <a:lnTo>
                    <a:pt x="62865" y="38862"/>
                  </a:lnTo>
                  <a:lnTo>
                    <a:pt x="125222" y="40893"/>
                  </a:lnTo>
                  <a:lnTo>
                    <a:pt x="187452" y="44323"/>
                  </a:lnTo>
                  <a:lnTo>
                    <a:pt x="249047" y="49149"/>
                  </a:lnTo>
                  <a:lnTo>
                    <a:pt x="310388" y="55245"/>
                  </a:lnTo>
                  <a:lnTo>
                    <a:pt x="371094" y="62484"/>
                  </a:lnTo>
                  <a:lnTo>
                    <a:pt x="431038" y="70865"/>
                  </a:lnTo>
                  <a:lnTo>
                    <a:pt x="490093" y="80390"/>
                  </a:lnTo>
                  <a:lnTo>
                    <a:pt x="548132" y="91059"/>
                  </a:lnTo>
                  <a:lnTo>
                    <a:pt x="605028" y="102615"/>
                  </a:lnTo>
                  <a:lnTo>
                    <a:pt x="660908" y="115315"/>
                  </a:lnTo>
                  <a:lnTo>
                    <a:pt x="715264" y="129032"/>
                  </a:lnTo>
                  <a:lnTo>
                    <a:pt x="768223" y="143383"/>
                  </a:lnTo>
                  <a:lnTo>
                    <a:pt x="819404" y="158750"/>
                  </a:lnTo>
                  <a:lnTo>
                    <a:pt x="868934" y="174878"/>
                  </a:lnTo>
                  <a:lnTo>
                    <a:pt x="916686" y="191770"/>
                  </a:lnTo>
                  <a:lnTo>
                    <a:pt x="962406" y="209423"/>
                  </a:lnTo>
                  <a:lnTo>
                    <a:pt x="1005840" y="227584"/>
                  </a:lnTo>
                  <a:lnTo>
                    <a:pt x="1047115" y="246379"/>
                  </a:lnTo>
                  <a:lnTo>
                    <a:pt x="1085977" y="265811"/>
                  </a:lnTo>
                  <a:lnTo>
                    <a:pt x="1122553" y="285623"/>
                  </a:lnTo>
                  <a:lnTo>
                    <a:pt x="1156335" y="305942"/>
                  </a:lnTo>
                  <a:lnTo>
                    <a:pt x="1201801" y="337058"/>
                  </a:lnTo>
                  <a:lnTo>
                    <a:pt x="1240536" y="368680"/>
                  </a:lnTo>
                  <a:lnTo>
                    <a:pt x="1272286" y="400812"/>
                  </a:lnTo>
                  <a:lnTo>
                    <a:pt x="1296416" y="432562"/>
                  </a:lnTo>
                  <a:lnTo>
                    <a:pt x="1316863" y="474599"/>
                  </a:lnTo>
                  <a:lnTo>
                    <a:pt x="1323300" y="513588"/>
                  </a:lnTo>
                  <a:lnTo>
                    <a:pt x="1323340" y="515112"/>
                  </a:lnTo>
                  <a:lnTo>
                    <a:pt x="1328166" y="553085"/>
                  </a:lnTo>
                  <a:lnTo>
                    <a:pt x="1342136" y="591565"/>
                  </a:lnTo>
                  <a:lnTo>
                    <a:pt x="1364488" y="628776"/>
                  </a:lnTo>
                  <a:lnTo>
                    <a:pt x="1394714" y="664845"/>
                  </a:lnTo>
                  <a:lnTo>
                    <a:pt x="1431798" y="699642"/>
                  </a:lnTo>
                  <a:lnTo>
                    <a:pt x="1475486" y="733171"/>
                  </a:lnTo>
                  <a:lnTo>
                    <a:pt x="1508125" y="754888"/>
                  </a:lnTo>
                  <a:lnTo>
                    <a:pt x="1543304" y="776097"/>
                  </a:lnTo>
                  <a:lnTo>
                    <a:pt x="1581150" y="796671"/>
                  </a:lnTo>
                  <a:lnTo>
                    <a:pt x="1621409" y="816737"/>
                  </a:lnTo>
                  <a:lnTo>
                    <a:pt x="1663827" y="836040"/>
                  </a:lnTo>
                  <a:lnTo>
                    <a:pt x="1708277" y="854583"/>
                  </a:lnTo>
                  <a:lnTo>
                    <a:pt x="1755013" y="872616"/>
                  </a:lnTo>
                  <a:lnTo>
                    <a:pt x="1803654" y="889888"/>
                  </a:lnTo>
                  <a:lnTo>
                    <a:pt x="1854073" y="906272"/>
                  </a:lnTo>
                  <a:lnTo>
                    <a:pt x="1906143" y="921765"/>
                  </a:lnTo>
                  <a:lnTo>
                    <a:pt x="1959864" y="936625"/>
                  </a:lnTo>
                  <a:lnTo>
                    <a:pt x="2015109" y="950340"/>
                  </a:lnTo>
                  <a:lnTo>
                    <a:pt x="2071624" y="963167"/>
                  </a:lnTo>
                  <a:lnTo>
                    <a:pt x="2129409" y="974978"/>
                  </a:lnTo>
                  <a:lnTo>
                    <a:pt x="2188210" y="985774"/>
                  </a:lnTo>
                  <a:lnTo>
                    <a:pt x="2248027" y="995426"/>
                  </a:lnTo>
                  <a:lnTo>
                    <a:pt x="2308733" y="1003808"/>
                  </a:lnTo>
                  <a:lnTo>
                    <a:pt x="2370074" y="1011174"/>
                  </a:lnTo>
                  <a:lnTo>
                    <a:pt x="2432177" y="1017270"/>
                  </a:lnTo>
                  <a:lnTo>
                    <a:pt x="2494661" y="1022223"/>
                  </a:lnTo>
                  <a:lnTo>
                    <a:pt x="2557653" y="1025651"/>
                  </a:lnTo>
                  <a:lnTo>
                    <a:pt x="2569508" y="1025944"/>
                  </a:lnTo>
                  <a:lnTo>
                    <a:pt x="2570302" y="988313"/>
                  </a:lnTo>
                  <a:lnTo>
                    <a:pt x="2570312" y="987824"/>
                  </a:lnTo>
                  <a:lnTo>
                    <a:pt x="2559685" y="987551"/>
                  </a:lnTo>
                  <a:lnTo>
                    <a:pt x="2497709" y="984123"/>
                  </a:lnTo>
                  <a:lnTo>
                    <a:pt x="2435860" y="979297"/>
                  </a:lnTo>
                  <a:lnTo>
                    <a:pt x="2374646" y="973454"/>
                  </a:lnTo>
                  <a:lnTo>
                    <a:pt x="2314067" y="966088"/>
                  </a:lnTo>
                  <a:lnTo>
                    <a:pt x="2254123" y="957834"/>
                  </a:lnTo>
                  <a:lnTo>
                    <a:pt x="2195068" y="948182"/>
                  </a:lnTo>
                  <a:lnTo>
                    <a:pt x="2137029" y="937640"/>
                  </a:lnTo>
                  <a:lnTo>
                    <a:pt x="2080133" y="925957"/>
                  </a:lnTo>
                  <a:lnTo>
                    <a:pt x="2024380" y="913384"/>
                  </a:lnTo>
                  <a:lnTo>
                    <a:pt x="1970024" y="899795"/>
                  </a:lnTo>
                  <a:lnTo>
                    <a:pt x="1917065" y="885316"/>
                  </a:lnTo>
                  <a:lnTo>
                    <a:pt x="1865757" y="869950"/>
                  </a:lnTo>
                  <a:lnTo>
                    <a:pt x="1816354" y="853948"/>
                  </a:lnTo>
                  <a:lnTo>
                    <a:pt x="1768602" y="837057"/>
                  </a:lnTo>
                  <a:lnTo>
                    <a:pt x="1723009" y="819530"/>
                  </a:lnTo>
                  <a:lnTo>
                    <a:pt x="1679448" y="801242"/>
                  </a:lnTo>
                  <a:lnTo>
                    <a:pt x="1638046" y="782320"/>
                  </a:lnTo>
                  <a:lnTo>
                    <a:pt x="1599184" y="763142"/>
                  </a:lnTo>
                  <a:lnTo>
                    <a:pt x="1562735" y="743330"/>
                  </a:lnTo>
                  <a:lnTo>
                    <a:pt x="1528826" y="723011"/>
                  </a:lnTo>
                  <a:lnTo>
                    <a:pt x="1483487" y="691896"/>
                  </a:lnTo>
                  <a:lnTo>
                    <a:pt x="1444752" y="660273"/>
                  </a:lnTo>
                  <a:lnTo>
                    <a:pt x="1413002" y="628396"/>
                  </a:lnTo>
                  <a:lnTo>
                    <a:pt x="1388872" y="596900"/>
                  </a:lnTo>
                  <a:lnTo>
                    <a:pt x="1368425" y="555498"/>
                  </a:lnTo>
                  <a:lnTo>
                    <a:pt x="1361506" y="515112"/>
                  </a:lnTo>
                  <a:lnTo>
                    <a:pt x="1360805" y="500252"/>
                  </a:lnTo>
                  <a:lnTo>
                    <a:pt x="1352550" y="461263"/>
                  </a:lnTo>
                  <a:lnTo>
                    <a:pt x="1335405" y="423545"/>
                  </a:lnTo>
                  <a:lnTo>
                    <a:pt x="1310386" y="386841"/>
                  </a:lnTo>
                  <a:lnTo>
                    <a:pt x="1278001" y="351536"/>
                  </a:lnTo>
                  <a:lnTo>
                    <a:pt x="1238758" y="317373"/>
                  </a:lnTo>
                  <a:lnTo>
                    <a:pt x="1192911" y="284225"/>
                  </a:lnTo>
                  <a:lnTo>
                    <a:pt x="1159002" y="262889"/>
                  </a:lnTo>
                  <a:lnTo>
                    <a:pt x="1122553" y="242062"/>
                  </a:lnTo>
                  <a:lnTo>
                    <a:pt x="1083564" y="221741"/>
                  </a:lnTo>
                  <a:lnTo>
                    <a:pt x="1042289" y="202184"/>
                  </a:lnTo>
                  <a:lnTo>
                    <a:pt x="976122" y="173862"/>
                  </a:lnTo>
                  <a:lnTo>
                    <a:pt x="929386" y="155828"/>
                  </a:lnTo>
                  <a:lnTo>
                    <a:pt x="880745" y="138684"/>
                  </a:lnTo>
                  <a:lnTo>
                    <a:pt x="830326" y="122300"/>
                  </a:lnTo>
                  <a:lnTo>
                    <a:pt x="778256" y="106679"/>
                  </a:lnTo>
                  <a:lnTo>
                    <a:pt x="724535" y="91948"/>
                  </a:lnTo>
                  <a:lnTo>
                    <a:pt x="669290" y="78232"/>
                  </a:lnTo>
                  <a:lnTo>
                    <a:pt x="612775" y="65404"/>
                  </a:lnTo>
                  <a:lnTo>
                    <a:pt x="554990" y="53593"/>
                  </a:lnTo>
                  <a:lnTo>
                    <a:pt x="496062" y="42799"/>
                  </a:lnTo>
                  <a:lnTo>
                    <a:pt x="436245" y="33147"/>
                  </a:lnTo>
                  <a:lnTo>
                    <a:pt x="375539" y="24637"/>
                  </a:lnTo>
                  <a:lnTo>
                    <a:pt x="314198" y="17272"/>
                  </a:lnTo>
                  <a:lnTo>
                    <a:pt x="252095" y="11175"/>
                  </a:lnTo>
                  <a:lnTo>
                    <a:pt x="189484" y="6350"/>
                  </a:lnTo>
                  <a:lnTo>
                    <a:pt x="126492" y="2921"/>
                  </a:lnTo>
                  <a:lnTo>
                    <a:pt x="63373" y="762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977366" y="4431029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1566418" y="0"/>
                  </a:moveTo>
                  <a:lnTo>
                    <a:pt x="61214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4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4" y="612648"/>
                  </a:lnTo>
                  <a:lnTo>
                    <a:pt x="1566418" y="612648"/>
                  </a:lnTo>
                  <a:lnTo>
                    <a:pt x="1590234" y="607833"/>
                  </a:lnTo>
                  <a:lnTo>
                    <a:pt x="1609693" y="594709"/>
                  </a:lnTo>
                  <a:lnTo>
                    <a:pt x="1622817" y="575250"/>
                  </a:lnTo>
                  <a:lnTo>
                    <a:pt x="1627632" y="551434"/>
                  </a:lnTo>
                  <a:lnTo>
                    <a:pt x="1627632" y="61214"/>
                  </a:lnTo>
                  <a:lnTo>
                    <a:pt x="1622817" y="37397"/>
                  </a:lnTo>
                  <a:lnTo>
                    <a:pt x="1609693" y="17938"/>
                  </a:lnTo>
                  <a:lnTo>
                    <a:pt x="1590234" y="4814"/>
                  </a:lnTo>
                  <a:lnTo>
                    <a:pt x="1566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77366" y="4431029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0" y="61214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4" y="0"/>
                  </a:lnTo>
                  <a:lnTo>
                    <a:pt x="1566418" y="0"/>
                  </a:lnTo>
                  <a:lnTo>
                    <a:pt x="1590234" y="4814"/>
                  </a:lnTo>
                  <a:lnTo>
                    <a:pt x="1609693" y="17938"/>
                  </a:lnTo>
                  <a:lnTo>
                    <a:pt x="1622817" y="37397"/>
                  </a:lnTo>
                  <a:lnTo>
                    <a:pt x="1627632" y="61214"/>
                  </a:lnTo>
                  <a:lnTo>
                    <a:pt x="1627632" y="551434"/>
                  </a:lnTo>
                  <a:lnTo>
                    <a:pt x="1622817" y="575250"/>
                  </a:lnTo>
                  <a:lnTo>
                    <a:pt x="1609693" y="594709"/>
                  </a:lnTo>
                  <a:lnTo>
                    <a:pt x="1590234" y="607833"/>
                  </a:lnTo>
                  <a:lnTo>
                    <a:pt x="1566418" y="612648"/>
                  </a:lnTo>
                  <a:lnTo>
                    <a:pt x="61214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12827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8)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Determine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week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highest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average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ratings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branch.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10537" y="4486401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2127" y="2461224"/>
            <a:ext cx="17955768" cy="7825775"/>
            <a:chOff x="262127" y="2461224"/>
            <a:chExt cx="17955768" cy="78257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127" y="2461224"/>
              <a:ext cx="8342376" cy="78257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44299" y="5000244"/>
              <a:ext cx="6673596" cy="28561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39371" y="5195316"/>
              <a:ext cx="6103620" cy="2285999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6FFBEE7-A4F2-0DAB-CE54-15424B683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30" y="2776029"/>
            <a:ext cx="7597521" cy="7322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1080" dirty="0">
                <a:latin typeface="Calibri"/>
                <a:cs typeface="Calibri"/>
              </a:rPr>
              <a:t>9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4571980" cy="6742430"/>
            <a:chOff x="1046090" y="478717"/>
            <a:chExt cx="14571980" cy="6742430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80" y="5638800"/>
              <a:ext cx="3947160" cy="15819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25536" y="5658612"/>
              <a:ext cx="3753485" cy="1442085"/>
            </a:xfrm>
            <a:custGeom>
              <a:avLst/>
              <a:gdLst/>
              <a:ahLst/>
              <a:cxnLst/>
              <a:rect l="l" t="t" r="r" b="b"/>
              <a:pathLst>
                <a:path w="3753484" h="1442084">
                  <a:moveTo>
                    <a:pt x="3639820" y="1327785"/>
                  </a:moveTo>
                  <a:lnTo>
                    <a:pt x="3639565" y="1344167"/>
                  </a:lnTo>
                  <a:lnTo>
                    <a:pt x="3639525" y="1346708"/>
                  </a:lnTo>
                  <a:lnTo>
                    <a:pt x="3639436" y="1352423"/>
                  </a:lnTo>
                  <a:lnTo>
                    <a:pt x="3639334" y="1359027"/>
                  </a:lnTo>
                  <a:lnTo>
                    <a:pt x="3639231" y="1365587"/>
                  </a:lnTo>
                  <a:lnTo>
                    <a:pt x="3658489" y="1366139"/>
                  </a:lnTo>
                  <a:lnTo>
                    <a:pt x="3657418" y="1401826"/>
                  </a:lnTo>
                  <a:lnTo>
                    <a:pt x="3657346" y="1404239"/>
                  </a:lnTo>
                  <a:lnTo>
                    <a:pt x="3638630" y="1404239"/>
                  </a:lnTo>
                  <a:lnTo>
                    <a:pt x="3638042" y="1442085"/>
                  </a:lnTo>
                  <a:lnTo>
                    <a:pt x="3716772" y="1404239"/>
                  </a:lnTo>
                  <a:lnTo>
                    <a:pt x="3657346" y="1404239"/>
                  </a:lnTo>
                  <a:lnTo>
                    <a:pt x="3638639" y="1403681"/>
                  </a:lnTo>
                  <a:lnTo>
                    <a:pt x="3717932" y="1403681"/>
                  </a:lnTo>
                  <a:lnTo>
                    <a:pt x="3753231" y="1386713"/>
                  </a:lnTo>
                  <a:lnTo>
                    <a:pt x="3639820" y="1327785"/>
                  </a:lnTo>
                  <a:close/>
                </a:path>
                <a:path w="3753484" h="1442084">
                  <a:moveTo>
                    <a:pt x="3639231" y="1365587"/>
                  </a:moveTo>
                  <a:lnTo>
                    <a:pt x="3638978" y="1381887"/>
                  </a:lnTo>
                  <a:lnTo>
                    <a:pt x="3638903" y="1386713"/>
                  </a:lnTo>
                  <a:lnTo>
                    <a:pt x="3638846" y="1390395"/>
                  </a:lnTo>
                  <a:lnTo>
                    <a:pt x="3638743" y="1397000"/>
                  </a:lnTo>
                  <a:lnTo>
                    <a:pt x="3638639" y="1403681"/>
                  </a:lnTo>
                  <a:lnTo>
                    <a:pt x="3657346" y="1404239"/>
                  </a:lnTo>
                  <a:lnTo>
                    <a:pt x="3658489" y="1366139"/>
                  </a:lnTo>
                  <a:lnTo>
                    <a:pt x="3639231" y="1365587"/>
                  </a:lnTo>
                  <a:close/>
                </a:path>
                <a:path w="3753484" h="1442084">
                  <a:moveTo>
                    <a:pt x="1893223" y="672591"/>
                  </a:moveTo>
                  <a:lnTo>
                    <a:pt x="1855089" y="672591"/>
                  </a:lnTo>
                  <a:lnTo>
                    <a:pt x="1855263" y="674687"/>
                  </a:lnTo>
                  <a:lnTo>
                    <a:pt x="1855470" y="675513"/>
                  </a:lnTo>
                  <a:lnTo>
                    <a:pt x="1855332" y="675513"/>
                  </a:lnTo>
                  <a:lnTo>
                    <a:pt x="1857756" y="704596"/>
                  </a:lnTo>
                  <a:lnTo>
                    <a:pt x="1860550" y="736600"/>
                  </a:lnTo>
                  <a:lnTo>
                    <a:pt x="1860804" y="738632"/>
                  </a:lnTo>
                  <a:lnTo>
                    <a:pt x="1861058" y="739521"/>
                  </a:lnTo>
                  <a:lnTo>
                    <a:pt x="1869313" y="772540"/>
                  </a:lnTo>
                  <a:lnTo>
                    <a:pt x="1902333" y="839977"/>
                  </a:lnTo>
                  <a:lnTo>
                    <a:pt x="1926590" y="873125"/>
                  </a:lnTo>
                  <a:lnTo>
                    <a:pt x="1955292" y="905637"/>
                  </a:lnTo>
                  <a:lnTo>
                    <a:pt x="1988439" y="937513"/>
                  </a:lnTo>
                  <a:lnTo>
                    <a:pt x="2025904" y="968628"/>
                  </a:lnTo>
                  <a:lnTo>
                    <a:pt x="2067179" y="999236"/>
                  </a:lnTo>
                  <a:lnTo>
                    <a:pt x="2112518" y="1028953"/>
                  </a:lnTo>
                  <a:lnTo>
                    <a:pt x="2161540" y="1058037"/>
                  </a:lnTo>
                  <a:lnTo>
                    <a:pt x="2214118" y="1086358"/>
                  </a:lnTo>
                  <a:lnTo>
                    <a:pt x="2269998" y="1113789"/>
                  </a:lnTo>
                  <a:lnTo>
                    <a:pt x="2329180" y="1140333"/>
                  </a:lnTo>
                  <a:lnTo>
                    <a:pt x="2391283" y="1166114"/>
                  </a:lnTo>
                  <a:lnTo>
                    <a:pt x="2456434" y="1190878"/>
                  </a:lnTo>
                  <a:lnTo>
                    <a:pt x="2524252" y="1214501"/>
                  </a:lnTo>
                  <a:lnTo>
                    <a:pt x="2594610" y="1237107"/>
                  </a:lnTo>
                  <a:lnTo>
                    <a:pt x="2667254" y="1258570"/>
                  </a:lnTo>
                  <a:lnTo>
                    <a:pt x="2742184" y="1278889"/>
                  </a:lnTo>
                  <a:lnTo>
                    <a:pt x="2819146" y="1297939"/>
                  </a:lnTo>
                  <a:lnTo>
                    <a:pt x="2898013" y="1315592"/>
                  </a:lnTo>
                  <a:lnTo>
                    <a:pt x="2978658" y="1331849"/>
                  </a:lnTo>
                  <a:lnTo>
                    <a:pt x="3060827" y="1346708"/>
                  </a:lnTo>
                  <a:lnTo>
                    <a:pt x="3144266" y="1360042"/>
                  </a:lnTo>
                  <a:lnTo>
                    <a:pt x="3228975" y="1371853"/>
                  </a:lnTo>
                  <a:lnTo>
                    <a:pt x="3314700" y="1381887"/>
                  </a:lnTo>
                  <a:lnTo>
                    <a:pt x="3401314" y="1390395"/>
                  </a:lnTo>
                  <a:lnTo>
                    <a:pt x="3488690" y="1397000"/>
                  </a:lnTo>
                  <a:lnTo>
                    <a:pt x="3576447" y="1401826"/>
                  </a:lnTo>
                  <a:lnTo>
                    <a:pt x="3638639" y="1403681"/>
                  </a:lnTo>
                  <a:lnTo>
                    <a:pt x="3639134" y="1371853"/>
                  </a:lnTo>
                  <a:lnTo>
                    <a:pt x="3639231" y="1365587"/>
                  </a:lnTo>
                  <a:lnTo>
                    <a:pt x="3578606" y="1363852"/>
                  </a:lnTo>
                  <a:lnTo>
                    <a:pt x="3491611" y="1359027"/>
                  </a:lnTo>
                  <a:lnTo>
                    <a:pt x="3404997" y="1352423"/>
                  </a:lnTo>
                  <a:lnTo>
                    <a:pt x="3319145" y="1344167"/>
                  </a:lnTo>
                  <a:lnTo>
                    <a:pt x="3234182" y="1334008"/>
                  </a:lnTo>
                  <a:lnTo>
                    <a:pt x="3150362" y="1322451"/>
                  </a:lnTo>
                  <a:lnTo>
                    <a:pt x="3067558" y="1309242"/>
                  </a:lnTo>
                  <a:lnTo>
                    <a:pt x="2986151" y="1294511"/>
                  </a:lnTo>
                  <a:lnTo>
                    <a:pt x="2906395" y="1278382"/>
                  </a:lnTo>
                  <a:lnTo>
                    <a:pt x="2828290" y="1260855"/>
                  </a:lnTo>
                  <a:lnTo>
                    <a:pt x="2752090" y="1242187"/>
                  </a:lnTo>
                  <a:lnTo>
                    <a:pt x="2678049" y="1222121"/>
                  </a:lnTo>
                  <a:lnTo>
                    <a:pt x="2606167" y="1200912"/>
                  </a:lnTo>
                  <a:lnTo>
                    <a:pt x="2536698" y="1178560"/>
                  </a:lnTo>
                  <a:lnTo>
                    <a:pt x="2469896" y="1155191"/>
                  </a:lnTo>
                  <a:lnTo>
                    <a:pt x="2405888" y="1130935"/>
                  </a:lnTo>
                  <a:lnTo>
                    <a:pt x="2344674" y="1105662"/>
                  </a:lnTo>
                  <a:lnTo>
                    <a:pt x="2286762" y="1079627"/>
                  </a:lnTo>
                  <a:lnTo>
                    <a:pt x="2232152" y="1052829"/>
                  </a:lnTo>
                  <a:lnTo>
                    <a:pt x="2180971" y="1025271"/>
                  </a:lnTo>
                  <a:lnTo>
                    <a:pt x="2133473" y="997076"/>
                  </a:lnTo>
                  <a:lnTo>
                    <a:pt x="2089979" y="968628"/>
                  </a:lnTo>
                  <a:lnTo>
                    <a:pt x="2050161" y="939418"/>
                  </a:lnTo>
                  <a:lnTo>
                    <a:pt x="2014855" y="909954"/>
                  </a:lnTo>
                  <a:lnTo>
                    <a:pt x="1983740" y="880363"/>
                  </a:lnTo>
                  <a:lnTo>
                    <a:pt x="1957324" y="850646"/>
                  </a:lnTo>
                  <a:lnTo>
                    <a:pt x="1918335" y="791463"/>
                  </a:lnTo>
                  <a:lnTo>
                    <a:pt x="1906284" y="762380"/>
                  </a:lnTo>
                  <a:lnTo>
                    <a:pt x="1906016" y="762380"/>
                  </a:lnTo>
                  <a:lnTo>
                    <a:pt x="1905607" y="760746"/>
                  </a:lnTo>
                  <a:lnTo>
                    <a:pt x="1905127" y="759587"/>
                  </a:lnTo>
                  <a:lnTo>
                    <a:pt x="1905317" y="759587"/>
                  </a:lnTo>
                  <a:lnTo>
                    <a:pt x="1898745" y="733298"/>
                  </a:lnTo>
                  <a:lnTo>
                    <a:pt x="1898523" y="733298"/>
                  </a:lnTo>
                  <a:lnTo>
                    <a:pt x="1898403" y="731931"/>
                  </a:lnTo>
                  <a:lnTo>
                    <a:pt x="1898015" y="730376"/>
                  </a:lnTo>
                  <a:lnTo>
                    <a:pt x="1898267" y="730376"/>
                  </a:lnTo>
                  <a:lnTo>
                    <a:pt x="1893478" y="675513"/>
                  </a:lnTo>
                  <a:lnTo>
                    <a:pt x="1855470" y="675513"/>
                  </a:lnTo>
                  <a:lnTo>
                    <a:pt x="1855362" y="674687"/>
                  </a:lnTo>
                  <a:lnTo>
                    <a:pt x="1893406" y="674687"/>
                  </a:lnTo>
                  <a:lnTo>
                    <a:pt x="1893223" y="672591"/>
                  </a:lnTo>
                  <a:close/>
                </a:path>
                <a:path w="3753484" h="1442084">
                  <a:moveTo>
                    <a:pt x="1905607" y="760746"/>
                  </a:moveTo>
                  <a:lnTo>
                    <a:pt x="1906016" y="762380"/>
                  </a:lnTo>
                  <a:lnTo>
                    <a:pt x="1906284" y="762380"/>
                  </a:lnTo>
                  <a:lnTo>
                    <a:pt x="1905607" y="760746"/>
                  </a:lnTo>
                  <a:close/>
                </a:path>
                <a:path w="3753484" h="1442084">
                  <a:moveTo>
                    <a:pt x="1905317" y="759587"/>
                  </a:moveTo>
                  <a:lnTo>
                    <a:pt x="1905127" y="759587"/>
                  </a:lnTo>
                  <a:lnTo>
                    <a:pt x="1905607" y="760746"/>
                  </a:lnTo>
                  <a:lnTo>
                    <a:pt x="1905317" y="759587"/>
                  </a:lnTo>
                  <a:close/>
                </a:path>
                <a:path w="3753484" h="1442084">
                  <a:moveTo>
                    <a:pt x="1898403" y="731931"/>
                  </a:moveTo>
                  <a:lnTo>
                    <a:pt x="1898523" y="733298"/>
                  </a:lnTo>
                  <a:lnTo>
                    <a:pt x="1898745" y="733298"/>
                  </a:lnTo>
                  <a:lnTo>
                    <a:pt x="1898403" y="731931"/>
                  </a:lnTo>
                  <a:close/>
                </a:path>
                <a:path w="3753484" h="1442084">
                  <a:moveTo>
                    <a:pt x="1898267" y="730376"/>
                  </a:moveTo>
                  <a:lnTo>
                    <a:pt x="1898015" y="730376"/>
                  </a:lnTo>
                  <a:lnTo>
                    <a:pt x="1898403" y="731931"/>
                  </a:lnTo>
                  <a:lnTo>
                    <a:pt x="1898267" y="730376"/>
                  </a:lnTo>
                  <a:close/>
                </a:path>
                <a:path w="3753484" h="1442084">
                  <a:moveTo>
                    <a:pt x="1886839" y="643509"/>
                  </a:moveTo>
                  <a:lnTo>
                    <a:pt x="1847469" y="643509"/>
                  </a:lnTo>
                  <a:lnTo>
                    <a:pt x="1847779" y="644751"/>
                  </a:lnTo>
                  <a:lnTo>
                    <a:pt x="1848358" y="646176"/>
                  </a:lnTo>
                  <a:lnTo>
                    <a:pt x="1848135" y="646176"/>
                  </a:lnTo>
                  <a:lnTo>
                    <a:pt x="1855263" y="674687"/>
                  </a:lnTo>
                  <a:lnTo>
                    <a:pt x="1855089" y="672591"/>
                  </a:lnTo>
                  <a:lnTo>
                    <a:pt x="1893223" y="672591"/>
                  </a:lnTo>
                  <a:lnTo>
                    <a:pt x="1892935" y="669289"/>
                  </a:lnTo>
                  <a:lnTo>
                    <a:pt x="1892935" y="668274"/>
                  </a:lnTo>
                  <a:lnTo>
                    <a:pt x="1892681" y="667258"/>
                  </a:lnTo>
                  <a:lnTo>
                    <a:pt x="1892554" y="666368"/>
                  </a:lnTo>
                  <a:lnTo>
                    <a:pt x="1887505" y="646176"/>
                  </a:lnTo>
                  <a:lnTo>
                    <a:pt x="1848358" y="646176"/>
                  </a:lnTo>
                  <a:lnTo>
                    <a:pt x="1847883" y="644751"/>
                  </a:lnTo>
                  <a:lnTo>
                    <a:pt x="1887149" y="644751"/>
                  </a:lnTo>
                  <a:lnTo>
                    <a:pt x="1886839" y="643509"/>
                  </a:lnTo>
                  <a:close/>
                </a:path>
                <a:path w="3753484" h="1442084">
                  <a:moveTo>
                    <a:pt x="508" y="0"/>
                  </a:moveTo>
                  <a:lnTo>
                    <a:pt x="55" y="33909"/>
                  </a:lnTo>
                  <a:lnTo>
                    <a:pt x="0" y="38100"/>
                  </a:lnTo>
                  <a:lnTo>
                    <a:pt x="88011" y="38988"/>
                  </a:lnTo>
                  <a:lnTo>
                    <a:pt x="175387" y="42037"/>
                  </a:lnTo>
                  <a:lnTo>
                    <a:pt x="262255" y="46862"/>
                  </a:lnTo>
                  <a:lnTo>
                    <a:pt x="348869" y="53339"/>
                  </a:lnTo>
                  <a:lnTo>
                    <a:pt x="434594" y="61722"/>
                  </a:lnTo>
                  <a:lnTo>
                    <a:pt x="519557" y="71754"/>
                  </a:lnTo>
                  <a:lnTo>
                    <a:pt x="603504" y="83438"/>
                  </a:lnTo>
                  <a:lnTo>
                    <a:pt x="686308" y="96647"/>
                  </a:lnTo>
                  <a:lnTo>
                    <a:pt x="767588" y="111378"/>
                  </a:lnTo>
                  <a:lnTo>
                    <a:pt x="847471" y="127508"/>
                  </a:lnTo>
                  <a:lnTo>
                    <a:pt x="925576" y="145034"/>
                  </a:lnTo>
                  <a:lnTo>
                    <a:pt x="1001776" y="163702"/>
                  </a:lnTo>
                  <a:lnTo>
                    <a:pt x="1075817" y="183896"/>
                  </a:lnTo>
                  <a:lnTo>
                    <a:pt x="1147826" y="205104"/>
                  </a:lnTo>
                  <a:lnTo>
                    <a:pt x="1217295" y="227457"/>
                  </a:lnTo>
                  <a:lnTo>
                    <a:pt x="1284097" y="250825"/>
                  </a:lnTo>
                  <a:lnTo>
                    <a:pt x="1348105" y="275082"/>
                  </a:lnTo>
                  <a:lnTo>
                    <a:pt x="1409319" y="300354"/>
                  </a:lnTo>
                  <a:lnTo>
                    <a:pt x="1467231" y="326516"/>
                  </a:lnTo>
                  <a:lnTo>
                    <a:pt x="1521968" y="353440"/>
                  </a:lnTo>
                  <a:lnTo>
                    <a:pt x="1573276" y="381000"/>
                  </a:lnTo>
                  <a:lnTo>
                    <a:pt x="1620901" y="409193"/>
                  </a:lnTo>
                  <a:lnTo>
                    <a:pt x="1664589" y="438023"/>
                  </a:lnTo>
                  <a:lnTo>
                    <a:pt x="1704213" y="467233"/>
                  </a:lnTo>
                  <a:lnTo>
                    <a:pt x="1739773" y="496824"/>
                  </a:lnTo>
                  <a:lnTo>
                    <a:pt x="1770888" y="526541"/>
                  </a:lnTo>
                  <a:lnTo>
                    <a:pt x="1797431" y="556640"/>
                  </a:lnTo>
                  <a:lnTo>
                    <a:pt x="1836293" y="616458"/>
                  </a:lnTo>
                  <a:lnTo>
                    <a:pt x="1847779" y="644751"/>
                  </a:lnTo>
                  <a:lnTo>
                    <a:pt x="1847469" y="643509"/>
                  </a:lnTo>
                  <a:lnTo>
                    <a:pt x="1886839" y="643509"/>
                  </a:lnTo>
                  <a:lnTo>
                    <a:pt x="1884299" y="633349"/>
                  </a:lnTo>
                  <a:lnTo>
                    <a:pt x="1883918" y="632460"/>
                  </a:lnTo>
                  <a:lnTo>
                    <a:pt x="1883664" y="631698"/>
                  </a:lnTo>
                  <a:lnTo>
                    <a:pt x="1850009" y="564134"/>
                  </a:lnTo>
                  <a:lnTo>
                    <a:pt x="1825879" y="531367"/>
                  </a:lnTo>
                  <a:lnTo>
                    <a:pt x="1797177" y="499110"/>
                  </a:lnTo>
                  <a:lnTo>
                    <a:pt x="1764030" y="467487"/>
                  </a:lnTo>
                  <a:lnTo>
                    <a:pt x="1726819" y="436499"/>
                  </a:lnTo>
                  <a:lnTo>
                    <a:pt x="1685544" y="406146"/>
                  </a:lnTo>
                  <a:lnTo>
                    <a:pt x="1640205" y="376427"/>
                  </a:lnTo>
                  <a:lnTo>
                    <a:pt x="1591310" y="347472"/>
                  </a:lnTo>
                  <a:lnTo>
                    <a:pt x="1538859" y="319277"/>
                  </a:lnTo>
                  <a:lnTo>
                    <a:pt x="1482852" y="291718"/>
                  </a:lnTo>
                  <a:lnTo>
                    <a:pt x="1423924" y="265175"/>
                  </a:lnTo>
                  <a:lnTo>
                    <a:pt x="1361694" y="239522"/>
                  </a:lnTo>
                  <a:lnTo>
                    <a:pt x="1296670" y="214757"/>
                  </a:lnTo>
                  <a:lnTo>
                    <a:pt x="1228852" y="191135"/>
                  </a:lnTo>
                  <a:lnTo>
                    <a:pt x="1158494" y="168528"/>
                  </a:lnTo>
                  <a:lnTo>
                    <a:pt x="1085850" y="147065"/>
                  </a:lnTo>
                  <a:lnTo>
                    <a:pt x="1010920" y="126746"/>
                  </a:lnTo>
                  <a:lnTo>
                    <a:pt x="933831" y="107823"/>
                  </a:lnTo>
                  <a:lnTo>
                    <a:pt x="854964" y="90042"/>
                  </a:lnTo>
                  <a:lnTo>
                    <a:pt x="774446" y="73787"/>
                  </a:lnTo>
                  <a:lnTo>
                    <a:pt x="692277" y="59054"/>
                  </a:lnTo>
                  <a:lnTo>
                    <a:pt x="608711" y="45720"/>
                  </a:lnTo>
                  <a:lnTo>
                    <a:pt x="524129" y="33909"/>
                  </a:lnTo>
                  <a:lnTo>
                    <a:pt x="438404" y="23749"/>
                  </a:lnTo>
                  <a:lnTo>
                    <a:pt x="351790" y="15366"/>
                  </a:lnTo>
                  <a:lnTo>
                    <a:pt x="264414" y="8762"/>
                  </a:lnTo>
                  <a:lnTo>
                    <a:pt x="176657" y="3937"/>
                  </a:lnTo>
                  <a:lnTo>
                    <a:pt x="88392" y="1015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977366" y="5401818"/>
              <a:ext cx="1628139" cy="614680"/>
            </a:xfrm>
            <a:custGeom>
              <a:avLst/>
              <a:gdLst/>
              <a:ahLst/>
              <a:cxnLst/>
              <a:rect l="l" t="t" r="r" b="b"/>
              <a:pathLst>
                <a:path w="1628140" h="614679">
                  <a:moveTo>
                    <a:pt x="1566164" y="0"/>
                  </a:moveTo>
                  <a:lnTo>
                    <a:pt x="61468" y="0"/>
                  </a:lnTo>
                  <a:lnTo>
                    <a:pt x="37558" y="4835"/>
                  </a:lnTo>
                  <a:lnTo>
                    <a:pt x="18018" y="18018"/>
                  </a:lnTo>
                  <a:lnTo>
                    <a:pt x="4835" y="37558"/>
                  </a:lnTo>
                  <a:lnTo>
                    <a:pt x="0" y="61468"/>
                  </a:lnTo>
                  <a:lnTo>
                    <a:pt x="0" y="552704"/>
                  </a:lnTo>
                  <a:lnTo>
                    <a:pt x="4835" y="576613"/>
                  </a:lnTo>
                  <a:lnTo>
                    <a:pt x="18018" y="596153"/>
                  </a:lnTo>
                  <a:lnTo>
                    <a:pt x="37558" y="609336"/>
                  </a:lnTo>
                  <a:lnTo>
                    <a:pt x="61468" y="614172"/>
                  </a:lnTo>
                  <a:lnTo>
                    <a:pt x="1566164" y="614172"/>
                  </a:lnTo>
                  <a:lnTo>
                    <a:pt x="1590073" y="609336"/>
                  </a:lnTo>
                  <a:lnTo>
                    <a:pt x="1609613" y="596153"/>
                  </a:lnTo>
                  <a:lnTo>
                    <a:pt x="1622796" y="576613"/>
                  </a:lnTo>
                  <a:lnTo>
                    <a:pt x="1627632" y="552704"/>
                  </a:lnTo>
                  <a:lnTo>
                    <a:pt x="1627632" y="61468"/>
                  </a:lnTo>
                  <a:lnTo>
                    <a:pt x="1622796" y="37558"/>
                  </a:lnTo>
                  <a:lnTo>
                    <a:pt x="1609613" y="18018"/>
                  </a:lnTo>
                  <a:lnTo>
                    <a:pt x="1590073" y="4835"/>
                  </a:lnTo>
                  <a:lnTo>
                    <a:pt x="1566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77366" y="5401818"/>
              <a:ext cx="1628139" cy="614680"/>
            </a:xfrm>
            <a:custGeom>
              <a:avLst/>
              <a:gdLst/>
              <a:ahLst/>
              <a:cxnLst/>
              <a:rect l="l" t="t" r="r" b="b"/>
              <a:pathLst>
                <a:path w="1628140" h="614679">
                  <a:moveTo>
                    <a:pt x="0" y="61468"/>
                  </a:moveTo>
                  <a:lnTo>
                    <a:pt x="4835" y="37558"/>
                  </a:lnTo>
                  <a:lnTo>
                    <a:pt x="18018" y="18018"/>
                  </a:lnTo>
                  <a:lnTo>
                    <a:pt x="37558" y="4835"/>
                  </a:lnTo>
                  <a:lnTo>
                    <a:pt x="61468" y="0"/>
                  </a:lnTo>
                  <a:lnTo>
                    <a:pt x="1566164" y="0"/>
                  </a:lnTo>
                  <a:lnTo>
                    <a:pt x="1590073" y="4835"/>
                  </a:lnTo>
                  <a:lnTo>
                    <a:pt x="1609613" y="18018"/>
                  </a:lnTo>
                  <a:lnTo>
                    <a:pt x="1622796" y="37558"/>
                  </a:lnTo>
                  <a:lnTo>
                    <a:pt x="1627632" y="61468"/>
                  </a:lnTo>
                  <a:lnTo>
                    <a:pt x="1627632" y="552704"/>
                  </a:lnTo>
                  <a:lnTo>
                    <a:pt x="1622796" y="576613"/>
                  </a:lnTo>
                  <a:lnTo>
                    <a:pt x="1609613" y="596153"/>
                  </a:lnTo>
                  <a:lnTo>
                    <a:pt x="1590073" y="609336"/>
                  </a:lnTo>
                  <a:lnTo>
                    <a:pt x="1566164" y="614172"/>
                  </a:lnTo>
                  <a:lnTo>
                    <a:pt x="61468" y="614172"/>
                  </a:lnTo>
                  <a:lnTo>
                    <a:pt x="37558" y="609336"/>
                  </a:lnTo>
                  <a:lnTo>
                    <a:pt x="18018" y="596153"/>
                  </a:lnTo>
                  <a:lnTo>
                    <a:pt x="4835" y="576613"/>
                  </a:lnTo>
                  <a:lnTo>
                    <a:pt x="0" y="552704"/>
                  </a:lnTo>
                  <a:lnTo>
                    <a:pt x="0" y="6146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115144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9)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Identify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branch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exceeded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average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number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sold.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10537" y="5458713"/>
            <a:ext cx="11614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9936" y="2452091"/>
            <a:ext cx="17213578" cy="7744969"/>
            <a:chOff x="249936" y="2452091"/>
            <a:chExt cx="17213578" cy="7744969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936" y="2452091"/>
              <a:ext cx="7796783" cy="77449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98679" y="6015227"/>
              <a:ext cx="5164835" cy="19798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93752" y="6210299"/>
              <a:ext cx="4594859" cy="1409700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B09009-69FA-E371-F78C-0F1E8CFFA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314" y="2744088"/>
            <a:ext cx="7058025" cy="70641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0" dirty="0"/>
              <a:t>AD-</a:t>
            </a:r>
            <a:r>
              <a:rPr spc="285" dirty="0"/>
              <a:t>HOC</a:t>
            </a:r>
            <a:r>
              <a:rPr spc="545" dirty="0"/>
              <a:t> </a:t>
            </a:r>
            <a:r>
              <a:rPr spc="375" dirty="0"/>
              <a:t>Request</a:t>
            </a:r>
            <a:r>
              <a:rPr spc="520" dirty="0"/>
              <a:t> </a:t>
            </a:r>
            <a:r>
              <a:rPr sz="7200" b="1" spc="520" dirty="0">
                <a:latin typeface="Calibri"/>
                <a:cs typeface="Calibri"/>
              </a:rPr>
              <a:t>10</a:t>
            </a:r>
            <a:endParaRPr sz="7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6090" y="478717"/>
            <a:ext cx="15035530" cy="6458585"/>
            <a:chOff x="1046090" y="478717"/>
            <a:chExt cx="15035530" cy="6458585"/>
          </a:xfrm>
        </p:grpSpPr>
        <p:sp>
          <p:nvSpPr>
            <p:cNvPr id="4" name="object 4"/>
            <p:cNvSpPr/>
            <p:nvPr/>
          </p:nvSpPr>
          <p:spPr>
            <a:xfrm>
              <a:off x="1046086" y="478726"/>
              <a:ext cx="777875" cy="764540"/>
            </a:xfrm>
            <a:custGeom>
              <a:avLst/>
              <a:gdLst/>
              <a:ahLst/>
              <a:cxnLst/>
              <a:rect l="l" t="t" r="r" b="b"/>
              <a:pathLst>
                <a:path w="777875" h="764540">
                  <a:moveTo>
                    <a:pt x="596633" y="564540"/>
                  </a:moveTo>
                  <a:lnTo>
                    <a:pt x="305130" y="449694"/>
                  </a:lnTo>
                  <a:lnTo>
                    <a:pt x="261696" y="442264"/>
                  </a:lnTo>
                  <a:lnTo>
                    <a:pt x="239750" y="444131"/>
                  </a:lnTo>
                  <a:lnTo>
                    <a:pt x="50228" y="508774"/>
                  </a:lnTo>
                  <a:lnTo>
                    <a:pt x="13677" y="536371"/>
                  </a:lnTo>
                  <a:lnTo>
                    <a:pt x="0" y="580161"/>
                  </a:lnTo>
                  <a:lnTo>
                    <a:pt x="0" y="713181"/>
                  </a:lnTo>
                  <a:lnTo>
                    <a:pt x="4064" y="733145"/>
                  </a:lnTo>
                  <a:lnTo>
                    <a:pt x="15062" y="749414"/>
                  </a:lnTo>
                  <a:lnTo>
                    <a:pt x="31343" y="760374"/>
                  </a:lnTo>
                  <a:lnTo>
                    <a:pt x="51244" y="764362"/>
                  </a:lnTo>
                  <a:lnTo>
                    <a:pt x="62636" y="763358"/>
                  </a:lnTo>
                  <a:lnTo>
                    <a:pt x="586346" y="578967"/>
                  </a:lnTo>
                  <a:lnTo>
                    <a:pt x="591718" y="575564"/>
                  </a:lnTo>
                  <a:lnTo>
                    <a:pt x="595249" y="570534"/>
                  </a:lnTo>
                  <a:lnTo>
                    <a:pt x="596633" y="564540"/>
                  </a:lnTo>
                  <a:close/>
                </a:path>
                <a:path w="777875" h="764540">
                  <a:moveTo>
                    <a:pt x="777392" y="339013"/>
                  </a:moveTo>
                  <a:lnTo>
                    <a:pt x="755040" y="268617"/>
                  </a:lnTo>
                  <a:lnTo>
                    <a:pt x="696214" y="224142"/>
                  </a:lnTo>
                  <a:lnTo>
                    <a:pt x="68021" y="2794"/>
                  </a:lnTo>
                  <a:lnTo>
                    <a:pt x="47917" y="0"/>
                  </a:lnTo>
                  <a:lnTo>
                    <a:pt x="28956" y="4991"/>
                  </a:lnTo>
                  <a:lnTo>
                    <a:pt x="13246" y="16738"/>
                  </a:lnTo>
                  <a:lnTo>
                    <a:pt x="2870" y="34251"/>
                  </a:lnTo>
                  <a:lnTo>
                    <a:pt x="0" y="45453"/>
                  </a:lnTo>
                  <a:lnTo>
                    <a:pt x="0" y="184251"/>
                  </a:lnTo>
                  <a:lnTo>
                    <a:pt x="13741" y="228079"/>
                  </a:lnTo>
                  <a:lnTo>
                    <a:pt x="50380" y="255625"/>
                  </a:lnTo>
                  <a:lnTo>
                    <a:pt x="709371" y="487184"/>
                  </a:lnTo>
                  <a:lnTo>
                    <a:pt x="729488" y="489978"/>
                  </a:lnTo>
                  <a:lnTo>
                    <a:pt x="748449" y="484987"/>
                  </a:lnTo>
                  <a:lnTo>
                    <a:pt x="764159" y="473240"/>
                  </a:lnTo>
                  <a:lnTo>
                    <a:pt x="774522" y="455726"/>
                  </a:lnTo>
                  <a:lnTo>
                    <a:pt x="777328" y="444919"/>
                  </a:lnTo>
                  <a:lnTo>
                    <a:pt x="777392" y="3390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24543" y="5500115"/>
              <a:ext cx="3624072" cy="143713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66200" y="5519927"/>
              <a:ext cx="3429635" cy="1296670"/>
            </a:xfrm>
            <a:custGeom>
              <a:avLst/>
              <a:gdLst/>
              <a:ahLst/>
              <a:cxnLst/>
              <a:rect l="l" t="t" r="r" b="b"/>
              <a:pathLst>
                <a:path w="3429634" h="1296670">
                  <a:moveTo>
                    <a:pt x="3315970" y="1181989"/>
                  </a:moveTo>
                  <a:lnTo>
                    <a:pt x="3315791" y="1192022"/>
                  </a:lnTo>
                  <a:lnTo>
                    <a:pt x="3315755" y="1194054"/>
                  </a:lnTo>
                  <a:lnTo>
                    <a:pt x="3315633" y="1200912"/>
                  </a:lnTo>
                  <a:lnTo>
                    <a:pt x="3315518" y="1207389"/>
                  </a:lnTo>
                  <a:lnTo>
                    <a:pt x="3315396" y="1214247"/>
                  </a:lnTo>
                  <a:lnTo>
                    <a:pt x="3315295" y="1219904"/>
                  </a:lnTo>
                  <a:lnTo>
                    <a:pt x="3334511" y="1220470"/>
                  </a:lnTo>
                  <a:lnTo>
                    <a:pt x="3333659" y="1252347"/>
                  </a:lnTo>
                  <a:lnTo>
                    <a:pt x="3333543" y="1256664"/>
                  </a:lnTo>
                  <a:lnTo>
                    <a:pt x="3333496" y="1258443"/>
                  </a:lnTo>
                  <a:lnTo>
                    <a:pt x="3314610" y="1258443"/>
                  </a:lnTo>
                  <a:lnTo>
                    <a:pt x="3313938" y="1296289"/>
                  </a:lnTo>
                  <a:lnTo>
                    <a:pt x="3392936" y="1258443"/>
                  </a:lnTo>
                  <a:lnTo>
                    <a:pt x="3333496" y="1258443"/>
                  </a:lnTo>
                  <a:lnTo>
                    <a:pt x="3314619" y="1257932"/>
                  </a:lnTo>
                  <a:lnTo>
                    <a:pt x="3394000" y="1257932"/>
                  </a:lnTo>
                  <a:lnTo>
                    <a:pt x="3429254" y="1241044"/>
                  </a:lnTo>
                  <a:lnTo>
                    <a:pt x="3315970" y="1181989"/>
                  </a:lnTo>
                  <a:close/>
                </a:path>
                <a:path w="3429634" h="1296670">
                  <a:moveTo>
                    <a:pt x="3315295" y="1219904"/>
                  </a:moveTo>
                  <a:lnTo>
                    <a:pt x="3314960" y="1238758"/>
                  </a:lnTo>
                  <a:lnTo>
                    <a:pt x="3314920" y="1241044"/>
                  </a:lnTo>
                  <a:lnTo>
                    <a:pt x="3314825" y="1246377"/>
                  </a:lnTo>
                  <a:lnTo>
                    <a:pt x="3314719" y="1252347"/>
                  </a:lnTo>
                  <a:lnTo>
                    <a:pt x="3314619" y="1257932"/>
                  </a:lnTo>
                  <a:lnTo>
                    <a:pt x="3333496" y="1258443"/>
                  </a:lnTo>
                  <a:lnTo>
                    <a:pt x="3334511" y="1220470"/>
                  </a:lnTo>
                  <a:lnTo>
                    <a:pt x="3315295" y="1219904"/>
                  </a:lnTo>
                  <a:close/>
                </a:path>
                <a:path w="3429634" h="1296670">
                  <a:moveTo>
                    <a:pt x="1731532" y="602996"/>
                  </a:moveTo>
                  <a:lnTo>
                    <a:pt x="1693291" y="602996"/>
                  </a:lnTo>
                  <a:lnTo>
                    <a:pt x="1693799" y="606171"/>
                  </a:lnTo>
                  <a:lnTo>
                    <a:pt x="1693571" y="606171"/>
                  </a:lnTo>
                  <a:lnTo>
                    <a:pt x="1695830" y="631698"/>
                  </a:lnTo>
                  <a:lnTo>
                    <a:pt x="1698244" y="660400"/>
                  </a:lnTo>
                  <a:lnTo>
                    <a:pt x="1698371" y="661416"/>
                  </a:lnTo>
                  <a:lnTo>
                    <a:pt x="1719072" y="723264"/>
                  </a:lnTo>
                  <a:lnTo>
                    <a:pt x="1759077" y="783589"/>
                  </a:lnTo>
                  <a:lnTo>
                    <a:pt x="1785366" y="812673"/>
                  </a:lnTo>
                  <a:lnTo>
                    <a:pt x="1815846" y="841375"/>
                  </a:lnTo>
                  <a:lnTo>
                    <a:pt x="1850135" y="869314"/>
                  </a:lnTo>
                  <a:lnTo>
                    <a:pt x="1888108" y="896493"/>
                  </a:lnTo>
                  <a:lnTo>
                    <a:pt x="1929383" y="923163"/>
                  </a:lnTo>
                  <a:lnTo>
                    <a:pt x="1974215" y="949198"/>
                  </a:lnTo>
                  <a:lnTo>
                    <a:pt x="2022348" y="974598"/>
                  </a:lnTo>
                  <a:lnTo>
                    <a:pt x="2073528" y="999109"/>
                  </a:lnTo>
                  <a:lnTo>
                    <a:pt x="2127504" y="1022858"/>
                  </a:lnTo>
                  <a:lnTo>
                    <a:pt x="2184400" y="1045845"/>
                  </a:lnTo>
                  <a:lnTo>
                    <a:pt x="2243835" y="1068070"/>
                  </a:lnTo>
                  <a:lnTo>
                    <a:pt x="2305939" y="1089152"/>
                  </a:lnTo>
                  <a:lnTo>
                    <a:pt x="2370201" y="1109472"/>
                  </a:lnTo>
                  <a:lnTo>
                    <a:pt x="2436749" y="1128649"/>
                  </a:lnTo>
                  <a:lnTo>
                    <a:pt x="2505202" y="1146810"/>
                  </a:lnTo>
                  <a:lnTo>
                    <a:pt x="2575559" y="1163701"/>
                  </a:lnTo>
                  <a:lnTo>
                    <a:pt x="2647696" y="1179576"/>
                  </a:lnTo>
                  <a:lnTo>
                    <a:pt x="2721229" y="1194054"/>
                  </a:lnTo>
                  <a:lnTo>
                    <a:pt x="2796413" y="1207389"/>
                  </a:lnTo>
                  <a:lnTo>
                    <a:pt x="2949955" y="1229741"/>
                  </a:lnTo>
                  <a:lnTo>
                    <a:pt x="3028569" y="1238758"/>
                  </a:lnTo>
                  <a:lnTo>
                    <a:pt x="3107690" y="1246377"/>
                  </a:lnTo>
                  <a:lnTo>
                    <a:pt x="3187446" y="1252347"/>
                  </a:lnTo>
                  <a:lnTo>
                    <a:pt x="3267709" y="1256664"/>
                  </a:lnTo>
                  <a:lnTo>
                    <a:pt x="3314619" y="1257932"/>
                  </a:lnTo>
                  <a:lnTo>
                    <a:pt x="3315285" y="1220470"/>
                  </a:lnTo>
                  <a:lnTo>
                    <a:pt x="3315295" y="1219904"/>
                  </a:lnTo>
                  <a:lnTo>
                    <a:pt x="3269742" y="1218564"/>
                  </a:lnTo>
                  <a:lnTo>
                    <a:pt x="3190240" y="1214247"/>
                  </a:lnTo>
                  <a:lnTo>
                    <a:pt x="3111246" y="1208405"/>
                  </a:lnTo>
                  <a:lnTo>
                    <a:pt x="3032886" y="1200912"/>
                  </a:lnTo>
                  <a:lnTo>
                    <a:pt x="2955417" y="1192022"/>
                  </a:lnTo>
                  <a:lnTo>
                    <a:pt x="2803017" y="1169924"/>
                  </a:lnTo>
                  <a:lnTo>
                    <a:pt x="2728722" y="1156716"/>
                  </a:lnTo>
                  <a:lnTo>
                    <a:pt x="2655824" y="1142238"/>
                  </a:lnTo>
                  <a:lnTo>
                    <a:pt x="2584450" y="1126617"/>
                  </a:lnTo>
                  <a:lnTo>
                    <a:pt x="2514980" y="1109852"/>
                  </a:lnTo>
                  <a:lnTo>
                    <a:pt x="2447290" y="1092073"/>
                  </a:lnTo>
                  <a:lnTo>
                    <a:pt x="2381630" y="1073150"/>
                  </a:lnTo>
                  <a:lnTo>
                    <a:pt x="2318257" y="1053211"/>
                  </a:lnTo>
                  <a:lnTo>
                    <a:pt x="2257171" y="1032383"/>
                  </a:lnTo>
                  <a:lnTo>
                    <a:pt x="2198751" y="1010538"/>
                  </a:lnTo>
                  <a:lnTo>
                    <a:pt x="2142871" y="988060"/>
                  </a:lnTo>
                  <a:lnTo>
                    <a:pt x="2089911" y="964692"/>
                  </a:lnTo>
                  <a:lnTo>
                    <a:pt x="2040001" y="940943"/>
                  </a:lnTo>
                  <a:lnTo>
                    <a:pt x="1993392" y="916305"/>
                  </a:lnTo>
                  <a:lnTo>
                    <a:pt x="1950084" y="891159"/>
                  </a:lnTo>
                  <a:lnTo>
                    <a:pt x="1910206" y="865632"/>
                  </a:lnTo>
                  <a:lnTo>
                    <a:pt x="1874139" y="839724"/>
                  </a:lnTo>
                  <a:lnTo>
                    <a:pt x="1841880" y="813562"/>
                  </a:lnTo>
                  <a:lnTo>
                    <a:pt x="1813686" y="787146"/>
                  </a:lnTo>
                  <a:lnTo>
                    <a:pt x="1769618" y="734441"/>
                  </a:lnTo>
                  <a:lnTo>
                    <a:pt x="1743251" y="682625"/>
                  </a:lnTo>
                  <a:lnTo>
                    <a:pt x="1743075" y="682625"/>
                  </a:lnTo>
                  <a:lnTo>
                    <a:pt x="1742806" y="681582"/>
                  </a:lnTo>
                  <a:lnTo>
                    <a:pt x="1742058" y="679831"/>
                  </a:lnTo>
                  <a:lnTo>
                    <a:pt x="1742354" y="679831"/>
                  </a:lnTo>
                  <a:lnTo>
                    <a:pt x="1736494" y="657098"/>
                  </a:lnTo>
                  <a:lnTo>
                    <a:pt x="1736217" y="657098"/>
                  </a:lnTo>
                  <a:lnTo>
                    <a:pt x="1735708" y="654050"/>
                  </a:lnTo>
                  <a:lnTo>
                    <a:pt x="1735947" y="654050"/>
                  </a:lnTo>
                  <a:lnTo>
                    <a:pt x="1733677" y="628396"/>
                  </a:lnTo>
                  <a:lnTo>
                    <a:pt x="1731800" y="606171"/>
                  </a:lnTo>
                  <a:lnTo>
                    <a:pt x="1693799" y="606171"/>
                  </a:lnTo>
                  <a:lnTo>
                    <a:pt x="1693453" y="604829"/>
                  </a:lnTo>
                  <a:lnTo>
                    <a:pt x="1731686" y="604829"/>
                  </a:lnTo>
                  <a:lnTo>
                    <a:pt x="1731532" y="602996"/>
                  </a:lnTo>
                  <a:close/>
                </a:path>
                <a:path w="3429634" h="1296670">
                  <a:moveTo>
                    <a:pt x="1742806" y="681582"/>
                  </a:moveTo>
                  <a:lnTo>
                    <a:pt x="1743075" y="682625"/>
                  </a:lnTo>
                  <a:lnTo>
                    <a:pt x="1743251" y="682625"/>
                  </a:lnTo>
                  <a:lnTo>
                    <a:pt x="1742806" y="681582"/>
                  </a:lnTo>
                  <a:close/>
                </a:path>
                <a:path w="3429634" h="1296670">
                  <a:moveTo>
                    <a:pt x="1742354" y="679831"/>
                  </a:moveTo>
                  <a:lnTo>
                    <a:pt x="1742058" y="679831"/>
                  </a:lnTo>
                  <a:lnTo>
                    <a:pt x="1742806" y="681582"/>
                  </a:lnTo>
                  <a:lnTo>
                    <a:pt x="1742354" y="679831"/>
                  </a:lnTo>
                  <a:close/>
                </a:path>
                <a:path w="3429634" h="1296670">
                  <a:moveTo>
                    <a:pt x="1735708" y="654050"/>
                  </a:moveTo>
                  <a:lnTo>
                    <a:pt x="1736217" y="657098"/>
                  </a:lnTo>
                  <a:lnTo>
                    <a:pt x="1736071" y="655457"/>
                  </a:lnTo>
                  <a:lnTo>
                    <a:pt x="1735708" y="654050"/>
                  </a:lnTo>
                  <a:close/>
                </a:path>
                <a:path w="3429634" h="1296670">
                  <a:moveTo>
                    <a:pt x="1736071" y="655457"/>
                  </a:moveTo>
                  <a:lnTo>
                    <a:pt x="1736217" y="657098"/>
                  </a:lnTo>
                  <a:lnTo>
                    <a:pt x="1736494" y="657098"/>
                  </a:lnTo>
                  <a:lnTo>
                    <a:pt x="1736071" y="655457"/>
                  </a:lnTo>
                  <a:close/>
                </a:path>
                <a:path w="3429634" h="1296670">
                  <a:moveTo>
                    <a:pt x="1735947" y="654050"/>
                  </a:moveTo>
                  <a:lnTo>
                    <a:pt x="1735708" y="654050"/>
                  </a:lnTo>
                  <a:lnTo>
                    <a:pt x="1736071" y="655457"/>
                  </a:lnTo>
                  <a:lnTo>
                    <a:pt x="1735947" y="654050"/>
                  </a:lnTo>
                  <a:close/>
                </a:path>
                <a:path w="3429634" h="1296670">
                  <a:moveTo>
                    <a:pt x="1693291" y="602996"/>
                  </a:moveTo>
                  <a:lnTo>
                    <a:pt x="1693453" y="604829"/>
                  </a:lnTo>
                  <a:lnTo>
                    <a:pt x="1693799" y="606171"/>
                  </a:lnTo>
                  <a:lnTo>
                    <a:pt x="1693291" y="602996"/>
                  </a:lnTo>
                  <a:close/>
                </a:path>
                <a:path w="3429634" h="1296670">
                  <a:moveTo>
                    <a:pt x="507" y="0"/>
                  </a:moveTo>
                  <a:lnTo>
                    <a:pt x="403" y="7874"/>
                  </a:lnTo>
                  <a:lnTo>
                    <a:pt x="325" y="13716"/>
                  </a:lnTo>
                  <a:lnTo>
                    <a:pt x="223" y="21336"/>
                  </a:lnTo>
                  <a:lnTo>
                    <a:pt x="103" y="30352"/>
                  </a:lnTo>
                  <a:lnTo>
                    <a:pt x="0" y="38100"/>
                  </a:lnTo>
                  <a:lnTo>
                    <a:pt x="80391" y="38988"/>
                  </a:lnTo>
                  <a:lnTo>
                    <a:pt x="160147" y="41656"/>
                  </a:lnTo>
                  <a:lnTo>
                    <a:pt x="239649" y="45847"/>
                  </a:lnTo>
                  <a:lnTo>
                    <a:pt x="318643" y="51816"/>
                  </a:lnTo>
                  <a:lnTo>
                    <a:pt x="397001" y="59309"/>
                  </a:lnTo>
                  <a:lnTo>
                    <a:pt x="474599" y="68199"/>
                  </a:lnTo>
                  <a:lnTo>
                    <a:pt x="626999" y="90424"/>
                  </a:lnTo>
                  <a:lnTo>
                    <a:pt x="701167" y="103505"/>
                  </a:lnTo>
                  <a:lnTo>
                    <a:pt x="774065" y="117983"/>
                  </a:lnTo>
                  <a:lnTo>
                    <a:pt x="845439" y="133604"/>
                  </a:lnTo>
                  <a:lnTo>
                    <a:pt x="914907" y="150368"/>
                  </a:lnTo>
                  <a:lnTo>
                    <a:pt x="982599" y="168275"/>
                  </a:lnTo>
                  <a:lnTo>
                    <a:pt x="1048384" y="187198"/>
                  </a:lnTo>
                  <a:lnTo>
                    <a:pt x="1111757" y="207137"/>
                  </a:lnTo>
                  <a:lnTo>
                    <a:pt x="1172845" y="228092"/>
                  </a:lnTo>
                  <a:lnTo>
                    <a:pt x="1231265" y="249809"/>
                  </a:lnTo>
                  <a:lnTo>
                    <a:pt x="1287145" y="272414"/>
                  </a:lnTo>
                  <a:lnTo>
                    <a:pt x="1340103" y="295656"/>
                  </a:lnTo>
                  <a:lnTo>
                    <a:pt x="1390142" y="319659"/>
                  </a:lnTo>
                  <a:lnTo>
                    <a:pt x="1436751" y="344297"/>
                  </a:lnTo>
                  <a:lnTo>
                    <a:pt x="1480184" y="369443"/>
                  </a:lnTo>
                  <a:lnTo>
                    <a:pt x="1520063" y="395097"/>
                  </a:lnTo>
                  <a:lnTo>
                    <a:pt x="1556257" y="421259"/>
                  </a:lnTo>
                  <a:lnTo>
                    <a:pt x="1588643" y="447548"/>
                  </a:lnTo>
                  <a:lnTo>
                    <a:pt x="1616964" y="474218"/>
                  </a:lnTo>
                  <a:lnTo>
                    <a:pt x="1661032" y="527558"/>
                  </a:lnTo>
                  <a:lnTo>
                    <a:pt x="1682299" y="568071"/>
                  </a:lnTo>
                  <a:lnTo>
                    <a:pt x="1686432" y="577596"/>
                  </a:lnTo>
                  <a:lnTo>
                    <a:pt x="1686605" y="578266"/>
                  </a:lnTo>
                  <a:lnTo>
                    <a:pt x="1687449" y="580263"/>
                  </a:lnTo>
                  <a:lnTo>
                    <a:pt x="1687120" y="580263"/>
                  </a:lnTo>
                  <a:lnTo>
                    <a:pt x="1693453" y="604829"/>
                  </a:lnTo>
                  <a:lnTo>
                    <a:pt x="1693291" y="602996"/>
                  </a:lnTo>
                  <a:lnTo>
                    <a:pt x="1731532" y="602996"/>
                  </a:lnTo>
                  <a:lnTo>
                    <a:pt x="1731264" y="599821"/>
                  </a:lnTo>
                  <a:lnTo>
                    <a:pt x="1731009" y="597662"/>
                  </a:lnTo>
                  <a:lnTo>
                    <a:pt x="1726529" y="580263"/>
                  </a:lnTo>
                  <a:lnTo>
                    <a:pt x="1687449" y="580263"/>
                  </a:lnTo>
                  <a:lnTo>
                    <a:pt x="1686688" y="578266"/>
                  </a:lnTo>
                  <a:lnTo>
                    <a:pt x="1726015" y="578266"/>
                  </a:lnTo>
                  <a:lnTo>
                    <a:pt x="1723390" y="568071"/>
                  </a:lnTo>
                  <a:lnTo>
                    <a:pt x="1691513" y="504698"/>
                  </a:lnTo>
                  <a:lnTo>
                    <a:pt x="1642999" y="446277"/>
                  </a:lnTo>
                  <a:lnTo>
                    <a:pt x="1612646" y="418084"/>
                  </a:lnTo>
                  <a:lnTo>
                    <a:pt x="1578482" y="390271"/>
                  </a:lnTo>
                  <a:lnTo>
                    <a:pt x="1540636" y="363093"/>
                  </a:lnTo>
                  <a:lnTo>
                    <a:pt x="1499361" y="336550"/>
                  </a:lnTo>
                  <a:lnTo>
                    <a:pt x="1454530" y="310642"/>
                  </a:lnTo>
                  <a:lnTo>
                    <a:pt x="1406525" y="285369"/>
                  </a:lnTo>
                  <a:lnTo>
                    <a:pt x="1355471" y="260731"/>
                  </a:lnTo>
                  <a:lnTo>
                    <a:pt x="1301496" y="236982"/>
                  </a:lnTo>
                  <a:lnTo>
                    <a:pt x="1244600" y="214122"/>
                  </a:lnTo>
                  <a:lnTo>
                    <a:pt x="1185164" y="192024"/>
                  </a:lnTo>
                  <a:lnTo>
                    <a:pt x="1123188" y="170814"/>
                  </a:lnTo>
                  <a:lnTo>
                    <a:pt x="1058926" y="150622"/>
                  </a:lnTo>
                  <a:lnTo>
                    <a:pt x="992377" y="131445"/>
                  </a:lnTo>
                  <a:lnTo>
                    <a:pt x="923925" y="113284"/>
                  </a:lnTo>
                  <a:lnTo>
                    <a:pt x="853567" y="96393"/>
                  </a:lnTo>
                  <a:lnTo>
                    <a:pt x="781430" y="80518"/>
                  </a:lnTo>
                  <a:lnTo>
                    <a:pt x="707898" y="66039"/>
                  </a:lnTo>
                  <a:lnTo>
                    <a:pt x="632459" y="52705"/>
                  </a:lnTo>
                  <a:lnTo>
                    <a:pt x="478917" y="30352"/>
                  </a:lnTo>
                  <a:lnTo>
                    <a:pt x="400557" y="21336"/>
                  </a:lnTo>
                  <a:lnTo>
                    <a:pt x="321436" y="13716"/>
                  </a:lnTo>
                  <a:lnTo>
                    <a:pt x="241680" y="7874"/>
                  </a:lnTo>
                  <a:lnTo>
                    <a:pt x="161417" y="3556"/>
                  </a:lnTo>
                  <a:lnTo>
                    <a:pt x="80772" y="888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440662" y="5444489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1566418" y="0"/>
                  </a:moveTo>
                  <a:lnTo>
                    <a:pt x="61214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38" y="594709"/>
                  </a:lnTo>
                  <a:lnTo>
                    <a:pt x="37397" y="607833"/>
                  </a:lnTo>
                  <a:lnTo>
                    <a:pt x="61214" y="612648"/>
                  </a:lnTo>
                  <a:lnTo>
                    <a:pt x="1566418" y="612648"/>
                  </a:lnTo>
                  <a:lnTo>
                    <a:pt x="1590234" y="607833"/>
                  </a:lnTo>
                  <a:lnTo>
                    <a:pt x="1609693" y="594709"/>
                  </a:lnTo>
                  <a:lnTo>
                    <a:pt x="1622817" y="575250"/>
                  </a:lnTo>
                  <a:lnTo>
                    <a:pt x="1627632" y="551434"/>
                  </a:lnTo>
                  <a:lnTo>
                    <a:pt x="1627632" y="61213"/>
                  </a:lnTo>
                  <a:lnTo>
                    <a:pt x="1622817" y="37397"/>
                  </a:lnTo>
                  <a:lnTo>
                    <a:pt x="1609693" y="17938"/>
                  </a:lnTo>
                  <a:lnTo>
                    <a:pt x="1590234" y="4814"/>
                  </a:lnTo>
                  <a:lnTo>
                    <a:pt x="1566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40662" y="5444489"/>
              <a:ext cx="1628139" cy="612775"/>
            </a:xfrm>
            <a:custGeom>
              <a:avLst/>
              <a:gdLst/>
              <a:ahLst/>
              <a:cxnLst/>
              <a:rect l="l" t="t" r="r" b="b"/>
              <a:pathLst>
                <a:path w="1628140" h="612775">
                  <a:moveTo>
                    <a:pt x="0" y="61213"/>
                  </a:moveTo>
                  <a:lnTo>
                    <a:pt x="4814" y="37397"/>
                  </a:lnTo>
                  <a:lnTo>
                    <a:pt x="17938" y="17938"/>
                  </a:lnTo>
                  <a:lnTo>
                    <a:pt x="37397" y="4814"/>
                  </a:lnTo>
                  <a:lnTo>
                    <a:pt x="61214" y="0"/>
                  </a:lnTo>
                  <a:lnTo>
                    <a:pt x="1566418" y="0"/>
                  </a:lnTo>
                  <a:lnTo>
                    <a:pt x="1590234" y="4814"/>
                  </a:lnTo>
                  <a:lnTo>
                    <a:pt x="1609693" y="17938"/>
                  </a:lnTo>
                  <a:lnTo>
                    <a:pt x="1622817" y="37397"/>
                  </a:lnTo>
                  <a:lnTo>
                    <a:pt x="1627632" y="61213"/>
                  </a:lnTo>
                  <a:lnTo>
                    <a:pt x="1627632" y="551434"/>
                  </a:lnTo>
                  <a:lnTo>
                    <a:pt x="1622817" y="575250"/>
                  </a:lnTo>
                  <a:lnTo>
                    <a:pt x="1609693" y="594709"/>
                  </a:lnTo>
                  <a:lnTo>
                    <a:pt x="1590234" y="607833"/>
                  </a:lnTo>
                  <a:lnTo>
                    <a:pt x="1566418" y="612648"/>
                  </a:lnTo>
                  <a:lnTo>
                    <a:pt x="61214" y="612648"/>
                  </a:lnTo>
                  <a:lnTo>
                    <a:pt x="37397" y="607833"/>
                  </a:lnTo>
                  <a:lnTo>
                    <a:pt x="17938" y="594709"/>
                  </a:lnTo>
                  <a:lnTo>
                    <a:pt x="4814" y="575250"/>
                  </a:lnTo>
                  <a:lnTo>
                    <a:pt x="0" y="551434"/>
                  </a:lnTo>
                  <a:lnTo>
                    <a:pt x="0" y="6121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491" y="1906269"/>
            <a:ext cx="9961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10)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Identify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customer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type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contributing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highest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revenue.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72817" y="5500192"/>
            <a:ext cx="116268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8327" y="2468863"/>
            <a:ext cx="17771364" cy="7741920"/>
            <a:chOff x="338327" y="2468863"/>
            <a:chExt cx="17771364" cy="774192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327" y="2468863"/>
              <a:ext cx="8639556" cy="77419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6047" y="6015227"/>
              <a:ext cx="5533644" cy="167017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71120" y="6210300"/>
              <a:ext cx="4963668" cy="1100327"/>
            </a:xfrm>
            <a:prstGeom prst="rect">
              <a:avLst/>
            </a:prstGeom>
          </p:spPr>
        </p:pic>
      </p:grpSp>
      <p:pic>
        <p:nvPicPr>
          <p:cNvPr id="17" name="Picture 1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5B06D7E-FD19-A1A2-C624-864EE25238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61" y="2718814"/>
            <a:ext cx="7896736" cy="70894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35" dirty="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1046086" y="478726"/>
            <a:ext cx="777875" cy="764540"/>
          </a:xfrm>
          <a:custGeom>
            <a:avLst/>
            <a:gdLst/>
            <a:ahLst/>
            <a:cxnLst/>
            <a:rect l="l" t="t" r="r" b="b"/>
            <a:pathLst>
              <a:path w="777875" h="764540">
                <a:moveTo>
                  <a:pt x="596633" y="564540"/>
                </a:moveTo>
                <a:lnTo>
                  <a:pt x="305130" y="449694"/>
                </a:lnTo>
                <a:lnTo>
                  <a:pt x="261696" y="442264"/>
                </a:lnTo>
                <a:lnTo>
                  <a:pt x="239750" y="444131"/>
                </a:lnTo>
                <a:lnTo>
                  <a:pt x="50228" y="508774"/>
                </a:lnTo>
                <a:lnTo>
                  <a:pt x="13677" y="536371"/>
                </a:lnTo>
                <a:lnTo>
                  <a:pt x="0" y="580161"/>
                </a:lnTo>
                <a:lnTo>
                  <a:pt x="0" y="713181"/>
                </a:lnTo>
                <a:lnTo>
                  <a:pt x="4064" y="733145"/>
                </a:lnTo>
                <a:lnTo>
                  <a:pt x="15062" y="749414"/>
                </a:lnTo>
                <a:lnTo>
                  <a:pt x="31343" y="760374"/>
                </a:lnTo>
                <a:lnTo>
                  <a:pt x="51244" y="764362"/>
                </a:lnTo>
                <a:lnTo>
                  <a:pt x="62636" y="763358"/>
                </a:lnTo>
                <a:lnTo>
                  <a:pt x="586346" y="578967"/>
                </a:lnTo>
                <a:lnTo>
                  <a:pt x="591718" y="575564"/>
                </a:lnTo>
                <a:lnTo>
                  <a:pt x="595249" y="570534"/>
                </a:lnTo>
                <a:lnTo>
                  <a:pt x="596633" y="564540"/>
                </a:lnTo>
                <a:close/>
              </a:path>
              <a:path w="777875" h="764540">
                <a:moveTo>
                  <a:pt x="777392" y="339013"/>
                </a:moveTo>
                <a:lnTo>
                  <a:pt x="755040" y="268617"/>
                </a:lnTo>
                <a:lnTo>
                  <a:pt x="696214" y="224142"/>
                </a:lnTo>
                <a:lnTo>
                  <a:pt x="68021" y="2794"/>
                </a:lnTo>
                <a:lnTo>
                  <a:pt x="47917" y="0"/>
                </a:lnTo>
                <a:lnTo>
                  <a:pt x="28956" y="4991"/>
                </a:lnTo>
                <a:lnTo>
                  <a:pt x="13246" y="16738"/>
                </a:lnTo>
                <a:lnTo>
                  <a:pt x="2870" y="34251"/>
                </a:lnTo>
                <a:lnTo>
                  <a:pt x="0" y="45453"/>
                </a:lnTo>
                <a:lnTo>
                  <a:pt x="0" y="184251"/>
                </a:lnTo>
                <a:lnTo>
                  <a:pt x="13741" y="228079"/>
                </a:lnTo>
                <a:lnTo>
                  <a:pt x="50380" y="255625"/>
                </a:lnTo>
                <a:lnTo>
                  <a:pt x="709371" y="487184"/>
                </a:lnTo>
                <a:lnTo>
                  <a:pt x="729488" y="489978"/>
                </a:lnTo>
                <a:lnTo>
                  <a:pt x="748449" y="484987"/>
                </a:lnTo>
                <a:lnTo>
                  <a:pt x="764159" y="473240"/>
                </a:lnTo>
                <a:lnTo>
                  <a:pt x="774522" y="455726"/>
                </a:lnTo>
                <a:lnTo>
                  <a:pt x="777328" y="444919"/>
                </a:lnTo>
                <a:lnTo>
                  <a:pt x="777392" y="3390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this</a:t>
            </a:r>
            <a:r>
              <a:rPr spc="-10" dirty="0"/>
              <a:t> </a:t>
            </a:r>
            <a:r>
              <a:rPr dirty="0"/>
              <a:t>analysis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Amazon's</a:t>
            </a:r>
            <a:r>
              <a:rPr spc="-15" dirty="0"/>
              <a:t> </a:t>
            </a:r>
            <a:r>
              <a:rPr dirty="0"/>
              <a:t>sales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from</a:t>
            </a:r>
            <a:r>
              <a:rPr spc="-10" dirty="0"/>
              <a:t> </a:t>
            </a:r>
            <a:r>
              <a:rPr dirty="0"/>
              <a:t>branches</a:t>
            </a:r>
            <a:r>
              <a:rPr spc="-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Mandalay,</a:t>
            </a:r>
            <a:r>
              <a:rPr spc="-15" dirty="0"/>
              <a:t> </a:t>
            </a:r>
            <a:r>
              <a:rPr spc="-10" dirty="0"/>
              <a:t>Yangon,</a:t>
            </a:r>
            <a:r>
              <a:rPr spc="-25" dirty="0"/>
              <a:t> </a:t>
            </a:r>
            <a:r>
              <a:rPr dirty="0"/>
              <a:t>and </a:t>
            </a:r>
            <a:r>
              <a:rPr spc="-10" dirty="0"/>
              <a:t>Naypyitaw </a:t>
            </a:r>
            <a:r>
              <a:rPr dirty="0"/>
              <a:t>has</a:t>
            </a:r>
            <a:r>
              <a:rPr spc="50" dirty="0"/>
              <a:t> </a:t>
            </a:r>
            <a:r>
              <a:rPr dirty="0"/>
              <a:t>provided</a:t>
            </a:r>
            <a:r>
              <a:rPr spc="50" dirty="0"/>
              <a:t> </a:t>
            </a:r>
            <a:r>
              <a:rPr dirty="0"/>
              <a:t>valuable</a:t>
            </a:r>
            <a:r>
              <a:rPr spc="45" dirty="0"/>
              <a:t> </a:t>
            </a:r>
            <a:r>
              <a:rPr dirty="0"/>
              <a:t>insights</a:t>
            </a:r>
            <a:r>
              <a:rPr spc="45" dirty="0"/>
              <a:t> </a:t>
            </a:r>
            <a:r>
              <a:rPr dirty="0"/>
              <a:t>into</a:t>
            </a:r>
            <a:r>
              <a:rPr spc="5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company's</a:t>
            </a:r>
            <a:r>
              <a:rPr spc="60" dirty="0"/>
              <a:t> </a:t>
            </a:r>
            <a:r>
              <a:rPr dirty="0"/>
              <a:t>sales</a:t>
            </a:r>
            <a:r>
              <a:rPr spc="40" dirty="0"/>
              <a:t> </a:t>
            </a:r>
            <a:r>
              <a:rPr dirty="0"/>
              <a:t>performance.</a:t>
            </a:r>
            <a:r>
              <a:rPr spc="6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dirty="0"/>
              <a:t>examining</a:t>
            </a:r>
            <a:r>
              <a:rPr spc="50" dirty="0"/>
              <a:t> </a:t>
            </a:r>
            <a:r>
              <a:rPr spc="-10" dirty="0"/>
              <a:t>1,000 </a:t>
            </a:r>
            <a:r>
              <a:rPr dirty="0"/>
              <a:t>transactions</a:t>
            </a:r>
            <a:r>
              <a:rPr spc="240" dirty="0"/>
              <a:t> </a:t>
            </a:r>
            <a:r>
              <a:rPr dirty="0"/>
              <a:t>across</a:t>
            </a:r>
            <a:r>
              <a:rPr spc="229" dirty="0"/>
              <a:t> </a:t>
            </a:r>
            <a:r>
              <a:rPr dirty="0"/>
              <a:t>various</a:t>
            </a:r>
            <a:r>
              <a:rPr spc="240" dirty="0"/>
              <a:t> </a:t>
            </a:r>
            <a:r>
              <a:rPr dirty="0"/>
              <a:t>product</a:t>
            </a:r>
            <a:r>
              <a:rPr spc="235" dirty="0"/>
              <a:t> </a:t>
            </a:r>
            <a:r>
              <a:rPr dirty="0"/>
              <a:t>lines</a:t>
            </a:r>
            <a:r>
              <a:rPr spc="245" dirty="0"/>
              <a:t> </a:t>
            </a:r>
            <a:r>
              <a:rPr dirty="0"/>
              <a:t>and</a:t>
            </a:r>
            <a:r>
              <a:rPr spc="235" dirty="0"/>
              <a:t> </a:t>
            </a:r>
            <a:r>
              <a:rPr dirty="0"/>
              <a:t>customer</a:t>
            </a:r>
            <a:r>
              <a:rPr spc="235" dirty="0"/>
              <a:t> </a:t>
            </a:r>
            <a:r>
              <a:rPr dirty="0"/>
              <a:t>demographics,</a:t>
            </a:r>
            <a:r>
              <a:rPr spc="235" dirty="0"/>
              <a:t> </a:t>
            </a:r>
            <a:r>
              <a:rPr dirty="0"/>
              <a:t>we</a:t>
            </a:r>
            <a:r>
              <a:rPr spc="229" dirty="0"/>
              <a:t> </a:t>
            </a:r>
            <a:r>
              <a:rPr dirty="0"/>
              <a:t>identified</a:t>
            </a:r>
            <a:r>
              <a:rPr spc="240" dirty="0"/>
              <a:t> </a:t>
            </a:r>
            <a:r>
              <a:rPr spc="-25" dirty="0"/>
              <a:t>key </a:t>
            </a:r>
            <a:r>
              <a:rPr dirty="0"/>
              <a:t>trends</a:t>
            </a:r>
            <a:r>
              <a:rPr spc="60" dirty="0"/>
              <a:t> </a:t>
            </a:r>
            <a:r>
              <a:rPr dirty="0"/>
              <a:t>that</a:t>
            </a:r>
            <a:r>
              <a:rPr spc="45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inform</a:t>
            </a:r>
            <a:r>
              <a:rPr spc="50" dirty="0"/>
              <a:t> </a:t>
            </a:r>
            <a:r>
              <a:rPr dirty="0"/>
              <a:t>future</a:t>
            </a:r>
            <a:r>
              <a:rPr spc="60" dirty="0"/>
              <a:t> </a:t>
            </a:r>
            <a:r>
              <a:rPr dirty="0"/>
              <a:t>business</a:t>
            </a:r>
            <a:r>
              <a:rPr spc="75" dirty="0"/>
              <a:t> </a:t>
            </a:r>
            <a:r>
              <a:rPr dirty="0"/>
              <a:t>strategies.</a:t>
            </a:r>
            <a:r>
              <a:rPr spc="6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findings</a:t>
            </a:r>
            <a:r>
              <a:rPr spc="65" dirty="0"/>
              <a:t> </a:t>
            </a:r>
            <a:r>
              <a:rPr dirty="0"/>
              <a:t>emphasize</a:t>
            </a:r>
            <a:r>
              <a:rPr spc="4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" dirty="0"/>
              <a:t>importance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targeted</a:t>
            </a:r>
            <a:r>
              <a:rPr spc="60" dirty="0"/>
              <a:t> </a:t>
            </a:r>
            <a:r>
              <a:rPr dirty="0"/>
              <a:t>marketing,</a:t>
            </a:r>
            <a:r>
              <a:rPr spc="70" dirty="0"/>
              <a:t> </a:t>
            </a:r>
            <a:r>
              <a:rPr dirty="0"/>
              <a:t>efficient</a:t>
            </a:r>
            <a:r>
              <a:rPr spc="55" dirty="0"/>
              <a:t> </a:t>
            </a:r>
            <a:r>
              <a:rPr dirty="0"/>
              <a:t>inventory</a:t>
            </a:r>
            <a:r>
              <a:rPr spc="80" dirty="0"/>
              <a:t> </a:t>
            </a:r>
            <a:r>
              <a:rPr dirty="0"/>
              <a:t>management,</a:t>
            </a:r>
            <a:r>
              <a:rPr spc="60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spc="-25" dirty="0"/>
              <a:t>customer-</a:t>
            </a:r>
            <a:r>
              <a:rPr dirty="0"/>
              <a:t>centric</a:t>
            </a:r>
            <a:r>
              <a:rPr spc="75" dirty="0"/>
              <a:t> </a:t>
            </a:r>
            <a:r>
              <a:rPr spc="-10" dirty="0"/>
              <a:t>approach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driving</a:t>
            </a:r>
            <a:r>
              <a:rPr spc="15" dirty="0"/>
              <a:t> </a:t>
            </a:r>
            <a:r>
              <a:rPr dirty="0"/>
              <a:t>growth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enhancing</a:t>
            </a:r>
            <a:r>
              <a:rPr spc="20" dirty="0"/>
              <a:t> </a:t>
            </a:r>
            <a:r>
              <a:rPr dirty="0"/>
              <a:t>customer</a:t>
            </a:r>
            <a:r>
              <a:rPr spc="15" dirty="0"/>
              <a:t> </a:t>
            </a:r>
            <a:r>
              <a:rPr dirty="0"/>
              <a:t>satisfaction.</a:t>
            </a:r>
            <a:r>
              <a:rPr spc="30" dirty="0"/>
              <a:t> </a:t>
            </a:r>
            <a:r>
              <a:rPr dirty="0"/>
              <a:t>As</a:t>
            </a:r>
            <a:r>
              <a:rPr spc="25" dirty="0"/>
              <a:t> </a:t>
            </a:r>
            <a:r>
              <a:rPr dirty="0"/>
              <a:t>Amazon</a:t>
            </a:r>
            <a:r>
              <a:rPr spc="20" dirty="0"/>
              <a:t> </a:t>
            </a:r>
            <a:r>
              <a:rPr dirty="0"/>
              <a:t>continues</a:t>
            </a:r>
            <a:r>
              <a:rPr spc="2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-10" dirty="0"/>
              <a:t>innovate, </a:t>
            </a:r>
            <a:r>
              <a:rPr dirty="0"/>
              <a:t>these</a:t>
            </a:r>
            <a:r>
              <a:rPr spc="640" dirty="0"/>
              <a:t> </a:t>
            </a:r>
            <a:r>
              <a:rPr dirty="0"/>
              <a:t>insights</a:t>
            </a:r>
            <a:r>
              <a:rPr spc="655" dirty="0"/>
              <a:t> </a:t>
            </a:r>
            <a:r>
              <a:rPr dirty="0"/>
              <a:t>will</a:t>
            </a:r>
            <a:r>
              <a:rPr spc="655" dirty="0"/>
              <a:t> </a:t>
            </a:r>
            <a:r>
              <a:rPr dirty="0"/>
              <a:t>be</a:t>
            </a:r>
            <a:r>
              <a:rPr spc="650" dirty="0"/>
              <a:t> </a:t>
            </a:r>
            <a:r>
              <a:rPr dirty="0"/>
              <a:t>instrumental</a:t>
            </a:r>
            <a:r>
              <a:rPr spc="660" dirty="0"/>
              <a:t> </a:t>
            </a:r>
            <a:r>
              <a:rPr dirty="0"/>
              <a:t>in</a:t>
            </a:r>
            <a:r>
              <a:rPr spc="660" dirty="0"/>
              <a:t> </a:t>
            </a:r>
            <a:r>
              <a:rPr dirty="0"/>
              <a:t>refining</a:t>
            </a:r>
            <a:r>
              <a:rPr spc="655" dirty="0"/>
              <a:t> </a:t>
            </a:r>
            <a:r>
              <a:rPr dirty="0"/>
              <a:t>strategies</a:t>
            </a:r>
            <a:r>
              <a:rPr spc="645" dirty="0"/>
              <a:t> </a:t>
            </a:r>
            <a:r>
              <a:rPr dirty="0"/>
              <a:t>that</a:t>
            </a:r>
            <a:r>
              <a:rPr spc="650" dirty="0"/>
              <a:t> </a:t>
            </a:r>
            <a:r>
              <a:rPr dirty="0"/>
              <a:t>align</a:t>
            </a:r>
            <a:r>
              <a:rPr spc="645" dirty="0"/>
              <a:t> </a:t>
            </a:r>
            <a:r>
              <a:rPr dirty="0"/>
              <a:t>with</a:t>
            </a:r>
            <a:r>
              <a:rPr spc="660" dirty="0"/>
              <a:t> </a:t>
            </a:r>
            <a:r>
              <a:rPr dirty="0"/>
              <a:t>both</a:t>
            </a:r>
            <a:r>
              <a:rPr spc="660" dirty="0"/>
              <a:t> </a:t>
            </a:r>
            <a:r>
              <a:rPr spc="-10" dirty="0"/>
              <a:t>market </a:t>
            </a:r>
            <a:r>
              <a:rPr dirty="0"/>
              <a:t>demands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company’s</a:t>
            </a:r>
            <a:r>
              <a:rPr spc="-40" dirty="0"/>
              <a:t> </a:t>
            </a:r>
            <a:r>
              <a:rPr spc="-10" dirty="0"/>
              <a:t>goals.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527905" cy="10287000"/>
          </a:xfrm>
          <a:custGeom>
            <a:avLst/>
            <a:gdLst/>
            <a:ahLst/>
            <a:cxnLst/>
            <a:rect l="l" t="t" r="r" b="b"/>
            <a:pathLst>
              <a:path w="17527905" h="10287000">
                <a:moveTo>
                  <a:pt x="0" y="10287000"/>
                </a:moveTo>
                <a:lnTo>
                  <a:pt x="17527524" y="10287000"/>
                </a:lnTo>
                <a:lnTo>
                  <a:pt x="17527524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EDEBE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/>
          <p:nvPr/>
        </p:nvSpPr>
        <p:spPr>
          <a:xfrm>
            <a:off x="6344158" y="3131566"/>
            <a:ext cx="5603240" cy="1320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0" spc="585" dirty="0">
                <a:latin typeface="Calibri"/>
                <a:cs typeface="Calibri"/>
              </a:rPr>
              <a:t>Thank</a:t>
            </a:r>
            <a:r>
              <a:rPr sz="8500" spc="915" dirty="0">
                <a:latin typeface="Calibri"/>
                <a:cs typeface="Calibri"/>
              </a:rPr>
              <a:t> </a:t>
            </a:r>
            <a:r>
              <a:rPr sz="8500" spc="330" dirty="0">
                <a:latin typeface="Calibri"/>
                <a:cs typeface="Calibri"/>
              </a:rPr>
              <a:t>you!</a:t>
            </a:r>
            <a:endParaRPr sz="8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37759" y="0"/>
            <a:ext cx="13350240" cy="10287000"/>
            <a:chOff x="4937759" y="0"/>
            <a:chExt cx="13350240" cy="10287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7759" y="5157215"/>
              <a:ext cx="8360664" cy="3581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7523" y="0"/>
              <a:ext cx="760476" cy="10286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11600" y="190500"/>
              <a:ext cx="702563" cy="7025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</TotalTime>
  <Words>569</Words>
  <Application>Microsoft Office PowerPoint</Application>
  <PresentationFormat>Custom</PresentationFormat>
  <Paragraphs>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Tahoma</vt:lpstr>
      <vt:lpstr>Office Theme</vt:lpstr>
      <vt:lpstr>Amazon Sales Data Analysis Project</vt:lpstr>
      <vt:lpstr>About The Company</vt:lpstr>
      <vt:lpstr>About the Company</vt:lpstr>
      <vt:lpstr>Project Overview</vt:lpstr>
      <vt:lpstr>Business Challenge</vt:lpstr>
      <vt:lpstr>AD-HOC Requests</vt:lpstr>
      <vt:lpstr>AD-HOC Request 1</vt:lpstr>
      <vt:lpstr>AD-HOC Request 2</vt:lpstr>
      <vt:lpstr>AD-HOC Request 3</vt:lpstr>
      <vt:lpstr>AD-HOC Request 4</vt:lpstr>
      <vt:lpstr>AD-HOC Request 5</vt:lpstr>
      <vt:lpstr>AD-HOC Request 6</vt:lpstr>
      <vt:lpstr>AD-HOC Request 7</vt:lpstr>
      <vt:lpstr>AD-HOC Request 8</vt:lpstr>
      <vt:lpstr>AD-HOC Request 9</vt:lpstr>
      <vt:lpstr>AD-HOC Request 10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Deck Presentation</dc:title>
  <dc:creator>Rajvardhan singh Parmar</dc:creator>
  <cp:lastModifiedBy>Vaibhav Sai Thirumalesh</cp:lastModifiedBy>
  <cp:revision>5</cp:revision>
  <dcterms:created xsi:type="dcterms:W3CDTF">2025-12-17T05:21:36Z</dcterms:created>
  <dcterms:modified xsi:type="dcterms:W3CDTF">2025-12-17T05:42:58Z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2025-12-17T00:00:00Z</vt:filetime>
  </property>
  <property fmtid="{D5CDD505-2E9C-101B-9397-08002B2CF9AE}" pid="5" name="Producer">
    <vt:lpwstr>Microsoft® PowerPoint® 2021</vt:lpwstr>
  </property>
</Properties>
</file>